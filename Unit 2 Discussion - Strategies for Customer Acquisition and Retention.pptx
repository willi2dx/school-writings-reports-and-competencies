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8"/>
  </p:notesMasterIdLst>
  <p:handoutMasterIdLst>
    <p:handoutMasterId r:id="rId19"/>
  </p:handoutMasterIdLst>
  <p:sldIdLst>
    <p:sldId id="322" r:id="rId5"/>
    <p:sldId id="321" r:id="rId6"/>
    <p:sldId id="320" r:id="rId7"/>
    <p:sldId id="319" r:id="rId8"/>
    <p:sldId id="318" r:id="rId9"/>
    <p:sldId id="316" r:id="rId10"/>
    <p:sldId id="315" r:id="rId11"/>
    <p:sldId id="314" r:id="rId12"/>
    <p:sldId id="313" r:id="rId13"/>
    <p:sldId id="312" r:id="rId14"/>
    <p:sldId id="311" r:id="rId15"/>
    <p:sldId id="323" r:id="rId16"/>
    <p:sldId id="310"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5B8BF"/>
    <a:srgbClr val="58696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0E3FDE45-AF77-4B5C-9715-49D594BDF05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91" autoAdjust="0"/>
    <p:restoredTop sz="95388" autoAdjust="0"/>
  </p:normalViewPr>
  <p:slideViewPr>
    <p:cSldViewPr snapToGrid="0">
      <p:cViewPr varScale="1">
        <p:scale>
          <a:sx n="69" d="100"/>
          <a:sy n="69" d="100"/>
        </p:scale>
        <p:origin x="72" y="900"/>
      </p:cViewPr>
      <p:guideLst/>
    </p:cSldViewPr>
  </p:slideViewPr>
  <p:outlineViewPr>
    <p:cViewPr>
      <p:scale>
        <a:sx n="33" d="100"/>
        <a:sy n="33" d="100"/>
      </p:scale>
      <p:origin x="0" y="-7776"/>
    </p:cViewPr>
  </p:outlineViewPr>
  <p:notesTextViewPr>
    <p:cViewPr>
      <p:scale>
        <a:sx n="1" d="1"/>
        <a:sy n="1" d="1"/>
      </p:scale>
      <p:origin x="0" y="0"/>
    </p:cViewPr>
  </p:notesTextViewPr>
  <p:sorterViewPr>
    <p:cViewPr>
      <p:scale>
        <a:sx n="100" d="100"/>
        <a:sy n="100" d="100"/>
      </p:scale>
      <p:origin x="0" y="0"/>
    </p:cViewPr>
  </p:sorterViewPr>
  <p:notesViewPr>
    <p:cSldViewPr snapToGrid="0">
      <p:cViewPr>
        <p:scale>
          <a:sx n="1" d="2"/>
          <a:sy n="1" d="2"/>
        </p:scale>
        <p:origin x="3480" y="55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1A50702-3C68-4B14-B819-72B57D27F94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EF0F4880-E690-44D0-8356-A9E7BDBAB09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BE6205E-B305-4B90-9534-3C5E99A0275E}" type="datetimeFigureOut">
              <a:rPr lang="en-US" smtClean="0"/>
              <a:t>3/12/2025</a:t>
            </a:fld>
            <a:endParaRPr lang="en-US" dirty="0"/>
          </a:p>
        </p:txBody>
      </p:sp>
      <p:sp>
        <p:nvSpPr>
          <p:cNvPr id="4" name="Footer Placeholder 3">
            <a:extLst>
              <a:ext uri="{FF2B5EF4-FFF2-40B4-BE49-F238E27FC236}">
                <a16:creationId xmlns:a16="http://schemas.microsoft.com/office/drawing/2014/main" id="{26B4ACF6-39FD-4B08-A7D5-5BFDC37B462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AF7C9FD2-2C57-4DE7-8EA4-86DEE80B988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0AC623C-86E0-4A85-83FB-F4A716956FD4}" type="slidenum">
              <a:rPr lang="en-US" smtClean="0"/>
              <a:t>‹#›</a:t>
            </a:fld>
            <a:endParaRPr lang="en-US" dirty="0"/>
          </a:p>
        </p:txBody>
      </p:sp>
    </p:spTree>
    <p:extLst>
      <p:ext uri="{BB962C8B-B14F-4D97-AF65-F5344CB8AC3E}">
        <p14:creationId xmlns:p14="http://schemas.microsoft.com/office/powerpoint/2010/main" val="169395559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33722F1-E430-42A1-A473-1759336AECCE}" type="datetimeFigureOut">
              <a:rPr lang="en-US" smtClean="0"/>
              <a:t>3/12/2025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37D7554-D10C-4E29-B8E6-BB7111FA614F}" type="slidenum">
              <a:rPr lang="en-US" smtClean="0"/>
              <a:t>‹#›</a:t>
            </a:fld>
            <a:endParaRPr lang="en-US" dirty="0"/>
          </a:p>
        </p:txBody>
      </p:sp>
    </p:spTree>
    <p:extLst>
      <p:ext uri="{BB962C8B-B14F-4D97-AF65-F5344CB8AC3E}">
        <p14:creationId xmlns:p14="http://schemas.microsoft.com/office/powerpoint/2010/main" val="35173470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1">
    <p:bg>
      <p:bgPr>
        <a:solidFill>
          <a:schemeClr val="accent2">
            <a:lumMod val="50000"/>
          </a:schemeClr>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1B5E70F-EF03-B535-2505-BC971E3BC36D}"/>
              </a:ext>
              <a:ext uri="{C183D7F6-B498-43B3-948B-1728B52AA6E4}">
                <adec:decorative xmlns:adec="http://schemas.microsoft.com/office/drawing/2017/decorative" val="1"/>
              </a:ext>
            </a:extLst>
          </p:cNvPr>
          <p:cNvSpPr/>
          <p:nvPr userDrawn="1"/>
        </p:nvSpPr>
        <p:spPr>
          <a:xfrm>
            <a:off x="0" y="594360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3" name="Straight Connector 2">
            <a:extLst>
              <a:ext uri="{FF2B5EF4-FFF2-40B4-BE49-F238E27FC236}">
                <a16:creationId xmlns:a16="http://schemas.microsoft.com/office/drawing/2014/main" id="{8794424E-93DD-A404-D05E-EF6030A76D3B}"/>
              </a:ext>
              <a:ext uri="{C183D7F6-B498-43B3-948B-1728B52AA6E4}">
                <adec:decorative xmlns:adec="http://schemas.microsoft.com/office/drawing/2017/decorative" val="1"/>
              </a:ext>
            </a:extLst>
          </p:cNvPr>
          <p:cNvCxnSpPr>
            <a:cxnSpLocks/>
          </p:cNvCxnSpPr>
          <p:nvPr userDrawn="1"/>
        </p:nvCxnSpPr>
        <p:spPr>
          <a:xfrm>
            <a:off x="896628" y="0"/>
            <a:ext cx="0" cy="6858000"/>
          </a:xfrm>
          <a:prstGeom prst="line">
            <a:avLst/>
          </a:prstGeom>
          <a:ln w="19050">
            <a:solidFill>
              <a:schemeClr val="accent5">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B03A3B6B-5129-A46A-A20C-5D7BC706C9B1}"/>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7">
            <a:extLst>
              <a:ext uri="{FF2B5EF4-FFF2-40B4-BE49-F238E27FC236}">
                <a16:creationId xmlns:a16="http://schemas.microsoft.com/office/drawing/2014/main" id="{24E401A1-8CEE-5E1B-343B-D737433AE63F}"/>
              </a:ext>
            </a:extLst>
          </p:cNvPr>
          <p:cNvSpPr>
            <a:spLocks noGrp="1"/>
          </p:cNvSpPr>
          <p:nvPr>
            <p:ph type="title" hasCustomPrompt="1"/>
          </p:nvPr>
        </p:nvSpPr>
        <p:spPr>
          <a:xfrm>
            <a:off x="1317615" y="690511"/>
            <a:ext cx="5185821" cy="5253089"/>
          </a:xfrm>
        </p:spPr>
        <p:txBody>
          <a:bodyPr anchor="b">
            <a:normAutofit/>
          </a:bodyPr>
          <a:lstStyle>
            <a:lvl1pPr>
              <a:defRPr sz="6000">
                <a:solidFill>
                  <a:schemeClr val="bg1"/>
                </a:solidFill>
              </a:defRPr>
            </a:lvl1pPr>
          </a:lstStyle>
          <a:p>
            <a:r>
              <a:rPr lang="en-US" dirty="0"/>
              <a:t>Click to add title</a:t>
            </a:r>
          </a:p>
        </p:txBody>
      </p:sp>
    </p:spTree>
    <p:extLst>
      <p:ext uri="{BB962C8B-B14F-4D97-AF65-F5344CB8AC3E}">
        <p14:creationId xmlns:p14="http://schemas.microsoft.com/office/powerpoint/2010/main" val="17845559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1">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5B3424C-4925-A7F7-02CD-84526B2E22EF}"/>
              </a:ext>
            </a:extLst>
          </p:cNvPr>
          <p:cNvSpPr>
            <a:spLocks noGrp="1"/>
          </p:cNvSpPr>
          <p:nvPr>
            <p:ph type="title" hasCustomPrompt="1"/>
          </p:nvPr>
        </p:nvSpPr>
        <p:spPr>
          <a:xfrm>
            <a:off x="1455583" y="737115"/>
            <a:ext cx="4640418" cy="5407091"/>
          </a:xfrm>
        </p:spPr>
        <p:txBody>
          <a:bodyPr lIns="0">
            <a:normAutofit/>
          </a:bodyPr>
          <a:lstStyle>
            <a:lvl1pPr>
              <a:defRPr sz="3600"/>
            </a:lvl1pPr>
          </a:lstStyle>
          <a:p>
            <a:r>
              <a:rPr lang="en-US" dirty="0"/>
              <a:t>Click to add title</a:t>
            </a:r>
          </a:p>
        </p:txBody>
      </p:sp>
      <p:sp>
        <p:nvSpPr>
          <p:cNvPr id="2" name="Content Placeholder 7">
            <a:extLst>
              <a:ext uri="{FF2B5EF4-FFF2-40B4-BE49-F238E27FC236}">
                <a16:creationId xmlns:a16="http://schemas.microsoft.com/office/drawing/2014/main" id="{AEA3C42D-C3E7-4F13-63E2-96D7A3B21113}"/>
              </a:ext>
            </a:extLst>
          </p:cNvPr>
          <p:cNvSpPr>
            <a:spLocks noGrp="1"/>
          </p:cNvSpPr>
          <p:nvPr>
            <p:ph sz="quarter" idx="12" hasCustomPrompt="1"/>
          </p:nvPr>
        </p:nvSpPr>
        <p:spPr>
          <a:xfrm>
            <a:off x="6388461" y="737115"/>
            <a:ext cx="4449712" cy="5407091"/>
          </a:xfrm>
        </p:spPr>
        <p:txBody>
          <a:bodyPr lIns="0" tIns="0" rIns="0" bIns="0" anchor="ctr">
            <a:normAutofit/>
          </a:bodyPr>
          <a:lstStyle>
            <a:lvl1pPr marL="228600" indent="-228600">
              <a:lnSpc>
                <a:spcPct val="100000"/>
              </a:lnSpc>
              <a:spcBef>
                <a:spcPts val="0"/>
              </a:spcBef>
              <a:spcAft>
                <a:spcPts val="1200"/>
              </a:spcAft>
              <a:buFont typeface="Arial" panose="020B0604020202020204" pitchFamily="34" charset="0"/>
              <a:buChar char="•"/>
              <a:defRPr sz="2000"/>
            </a:lvl1pPr>
            <a:lvl2pPr marL="685800" indent="-228600">
              <a:lnSpc>
                <a:spcPct val="100000"/>
              </a:lnSpc>
              <a:spcBef>
                <a:spcPts val="0"/>
              </a:spcBef>
              <a:spcAft>
                <a:spcPts val="1200"/>
              </a:spcAft>
              <a:buFont typeface="Arial" panose="020B0604020202020204" pitchFamily="34" charset="0"/>
              <a:buChar char="•"/>
              <a:defRPr sz="2000"/>
            </a:lvl2pPr>
            <a:lvl3pPr marL="1143000" indent="-228600">
              <a:spcBef>
                <a:spcPts val="0"/>
              </a:spcBef>
              <a:spcAft>
                <a:spcPts val="1200"/>
              </a:spcAft>
              <a:buFont typeface="Arial" panose="020B0604020202020204" pitchFamily="34" charset="0"/>
              <a:buChar char="•"/>
              <a:defRPr sz="2000"/>
            </a:lvl3pPr>
            <a:lvl4pPr marL="1600200" indent="-228600">
              <a:spcBef>
                <a:spcPts val="0"/>
              </a:spcBef>
              <a:spcAft>
                <a:spcPts val="1200"/>
              </a:spcAft>
              <a:buFont typeface="Arial" panose="020B0604020202020204" pitchFamily="34" charset="0"/>
              <a:buChar char="•"/>
              <a:defRPr sz="2000"/>
            </a:lvl4pPr>
            <a:lvl5pPr marL="2057400" indent="-228600">
              <a:spcBef>
                <a:spcPts val="0"/>
              </a:spcBef>
              <a:spcAft>
                <a:spcPts val="1200"/>
              </a:spcAft>
              <a:buFont typeface="Arial" panose="020B0604020202020204" pitchFamily="34" charset="0"/>
              <a:buChar char="•"/>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3" name="Straight Connector 2">
            <a:extLst>
              <a:ext uri="{FF2B5EF4-FFF2-40B4-BE49-F238E27FC236}">
                <a16:creationId xmlns:a16="http://schemas.microsoft.com/office/drawing/2014/main" id="{45FE61D9-DA99-9DA5-5DD2-C4118066CA63}"/>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CE64603E-965E-E3BF-203B-F4D99428203D}"/>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Slide Number Placeholder 5">
            <a:extLst>
              <a:ext uri="{FF2B5EF4-FFF2-40B4-BE49-F238E27FC236}">
                <a16:creationId xmlns:a16="http://schemas.microsoft.com/office/drawing/2014/main" id="{4E9F5D75-1D8F-F695-81F8-4A6D0C678215}"/>
              </a:ext>
            </a:extLst>
          </p:cNvPr>
          <p:cNvSpPr>
            <a:spLocks noGrp="1"/>
          </p:cNvSpPr>
          <p:nvPr>
            <p:ph type="sldNum" sz="quarter" idx="15"/>
          </p:nvPr>
        </p:nvSpPr>
        <p:spPr>
          <a:xfrm>
            <a:off x="412136" y="5943601"/>
            <a:ext cx="968983" cy="651912"/>
          </a:xfrm>
        </p:spPr>
        <p:txBody>
          <a:bodyPr/>
          <a:lstStyle/>
          <a:p>
            <a:fld id="{18D65601-5AE2-46FC-B138-694DDD2B510D}" type="slidenum">
              <a:rPr lang="en-US" smtClean="0"/>
              <a:pPr/>
              <a:t>‹#›</a:t>
            </a:fld>
            <a:endParaRPr lang="en-US" dirty="0"/>
          </a:p>
        </p:txBody>
      </p:sp>
    </p:spTree>
    <p:extLst>
      <p:ext uri="{BB962C8B-B14F-4D97-AF65-F5344CB8AC3E}">
        <p14:creationId xmlns:p14="http://schemas.microsoft.com/office/powerpoint/2010/main" val="32772451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Picture">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BB6B956C-A124-5A7C-EBD4-CBB618B9BC1D}"/>
              </a:ext>
            </a:extLst>
          </p:cNvPr>
          <p:cNvSpPr>
            <a:spLocks noGrp="1"/>
          </p:cNvSpPr>
          <p:nvPr>
            <p:ph type="title" hasCustomPrompt="1"/>
          </p:nvPr>
        </p:nvSpPr>
        <p:spPr>
          <a:xfrm>
            <a:off x="1353827" y="1278294"/>
            <a:ext cx="5000318" cy="4904141"/>
          </a:xfrm>
        </p:spPr>
        <p:txBody>
          <a:bodyPr anchor="b">
            <a:normAutofit/>
          </a:bodyPr>
          <a:lstStyle>
            <a:lvl1pPr>
              <a:defRPr sz="3600"/>
            </a:lvl1pPr>
          </a:lstStyle>
          <a:p>
            <a:r>
              <a:rPr lang="en-US" dirty="0"/>
              <a:t>Click to add title</a:t>
            </a:r>
          </a:p>
        </p:txBody>
      </p:sp>
      <p:sp>
        <p:nvSpPr>
          <p:cNvPr id="12" name="Picture Placeholder 11">
            <a:extLst>
              <a:ext uri="{FF2B5EF4-FFF2-40B4-BE49-F238E27FC236}">
                <a16:creationId xmlns:a16="http://schemas.microsoft.com/office/drawing/2014/main" id="{2B92702B-E14C-886C-445A-349265F37592}"/>
              </a:ext>
            </a:extLst>
          </p:cNvPr>
          <p:cNvSpPr>
            <a:spLocks noGrp="1"/>
          </p:cNvSpPr>
          <p:nvPr>
            <p:ph type="pic" sz="quarter" idx="13"/>
          </p:nvPr>
        </p:nvSpPr>
        <p:spPr>
          <a:xfrm>
            <a:off x="6642169" y="-1"/>
            <a:ext cx="4635426" cy="6857999"/>
          </a:xfrm>
        </p:spPr>
        <p:txBody>
          <a:bodyPr>
            <a:normAutofit/>
          </a:bodyPr>
          <a:lstStyle>
            <a:lvl1pPr marL="0" indent="0" algn="ctr">
              <a:buNone/>
              <a:defRPr sz="2000"/>
            </a:lvl1pPr>
          </a:lstStyle>
          <a:p>
            <a:r>
              <a:rPr lang="en-US"/>
              <a:t>Click icon to add picture</a:t>
            </a:r>
            <a:endParaRPr lang="en-US" dirty="0"/>
          </a:p>
        </p:txBody>
      </p:sp>
      <p:sp>
        <p:nvSpPr>
          <p:cNvPr id="6" name="Rectangle 5">
            <a:extLst>
              <a:ext uri="{FF2B5EF4-FFF2-40B4-BE49-F238E27FC236}">
                <a16:creationId xmlns:a16="http://schemas.microsoft.com/office/drawing/2014/main" id="{49C76C37-CBD2-36CF-1413-53DD1CB4A545}"/>
              </a:ext>
              <a:ext uri="{C183D7F6-B498-43B3-948B-1728B52AA6E4}">
                <adec:decorative xmlns:adec="http://schemas.microsoft.com/office/drawing/2017/decorative" val="1"/>
              </a:ext>
            </a:extLst>
          </p:cNvPr>
          <p:cNvSpPr/>
          <p:nvPr userDrawn="1"/>
        </p:nvSpPr>
        <p:spPr>
          <a:xfrm>
            <a:off x="0" y="594360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510D1AAD-E663-5B8E-CE72-64C1DBF19CE0}"/>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8" name="Straight Connector 7">
            <a:extLst>
              <a:ext uri="{FF2B5EF4-FFF2-40B4-BE49-F238E27FC236}">
                <a16:creationId xmlns:a16="http://schemas.microsoft.com/office/drawing/2014/main" id="{EC250190-89C1-EAA3-6C2A-15A60C6754F5}"/>
              </a:ext>
              <a:ext uri="{C183D7F6-B498-43B3-948B-1728B52AA6E4}">
                <adec:decorative xmlns:adec="http://schemas.microsoft.com/office/drawing/2017/decorative" val="1"/>
              </a:ext>
            </a:extLst>
          </p:cNvPr>
          <p:cNvCxnSpPr>
            <a:cxnSpLocks/>
          </p:cNvCxnSpPr>
          <p:nvPr userDrawn="1"/>
        </p:nvCxnSpPr>
        <p:spPr>
          <a:xfrm>
            <a:off x="896628" y="0"/>
            <a:ext cx="0" cy="6858000"/>
          </a:xfrm>
          <a:prstGeom prst="line">
            <a:avLst/>
          </a:prstGeom>
          <a:ln w="190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490299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Subtitle">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BB6B956C-A124-5A7C-EBD4-CBB618B9BC1D}"/>
              </a:ext>
            </a:extLst>
          </p:cNvPr>
          <p:cNvSpPr>
            <a:spLocks noGrp="1"/>
          </p:cNvSpPr>
          <p:nvPr>
            <p:ph type="title" hasCustomPrompt="1"/>
          </p:nvPr>
        </p:nvSpPr>
        <p:spPr>
          <a:xfrm>
            <a:off x="1353827" y="3508311"/>
            <a:ext cx="9923770" cy="1438762"/>
          </a:xfrm>
        </p:spPr>
        <p:txBody>
          <a:bodyPr anchor="b">
            <a:normAutofit/>
          </a:bodyPr>
          <a:lstStyle>
            <a:lvl1pPr>
              <a:defRPr sz="3600"/>
            </a:lvl1pPr>
          </a:lstStyle>
          <a:p>
            <a:r>
              <a:rPr lang="en-US" dirty="0"/>
              <a:t>Click to add title</a:t>
            </a:r>
          </a:p>
        </p:txBody>
      </p:sp>
      <p:sp>
        <p:nvSpPr>
          <p:cNvPr id="12" name="Picture Placeholder 11">
            <a:extLst>
              <a:ext uri="{FF2B5EF4-FFF2-40B4-BE49-F238E27FC236}">
                <a16:creationId xmlns:a16="http://schemas.microsoft.com/office/drawing/2014/main" id="{2B92702B-E14C-886C-445A-349265F37592}"/>
              </a:ext>
            </a:extLst>
          </p:cNvPr>
          <p:cNvSpPr>
            <a:spLocks noGrp="1"/>
          </p:cNvSpPr>
          <p:nvPr>
            <p:ph type="pic" sz="quarter" idx="13"/>
          </p:nvPr>
        </p:nvSpPr>
        <p:spPr>
          <a:xfrm>
            <a:off x="915600" y="0"/>
            <a:ext cx="10361995" cy="3429000"/>
          </a:xfrm>
        </p:spPr>
        <p:txBody>
          <a:bodyPr>
            <a:normAutofit/>
          </a:bodyPr>
          <a:lstStyle>
            <a:lvl1pPr marL="0" indent="0" algn="ctr">
              <a:buNone/>
              <a:defRPr sz="2000"/>
            </a:lvl1pPr>
          </a:lstStyle>
          <a:p>
            <a:r>
              <a:rPr lang="en-US"/>
              <a:t>Click icon to add picture</a:t>
            </a:r>
            <a:endParaRPr lang="en-US" dirty="0"/>
          </a:p>
        </p:txBody>
      </p:sp>
      <p:sp>
        <p:nvSpPr>
          <p:cNvPr id="6" name="Rectangle 5">
            <a:extLst>
              <a:ext uri="{FF2B5EF4-FFF2-40B4-BE49-F238E27FC236}">
                <a16:creationId xmlns:a16="http://schemas.microsoft.com/office/drawing/2014/main" id="{49C76C37-CBD2-36CF-1413-53DD1CB4A545}"/>
              </a:ext>
              <a:ext uri="{C183D7F6-B498-43B3-948B-1728B52AA6E4}">
                <adec:decorative xmlns:adec="http://schemas.microsoft.com/office/drawing/2017/decorative" val="1"/>
              </a:ext>
            </a:extLst>
          </p:cNvPr>
          <p:cNvSpPr/>
          <p:nvPr userDrawn="1"/>
        </p:nvSpPr>
        <p:spPr>
          <a:xfrm>
            <a:off x="0" y="594360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510D1AAD-E663-5B8E-CE72-64C1DBF19CE0}"/>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8" name="Straight Connector 7">
            <a:extLst>
              <a:ext uri="{FF2B5EF4-FFF2-40B4-BE49-F238E27FC236}">
                <a16:creationId xmlns:a16="http://schemas.microsoft.com/office/drawing/2014/main" id="{EC250190-89C1-EAA3-6C2A-15A60C6754F5}"/>
              </a:ext>
              <a:ext uri="{C183D7F6-B498-43B3-948B-1728B52AA6E4}">
                <adec:decorative xmlns:adec="http://schemas.microsoft.com/office/drawing/2017/decorative" val="1"/>
              </a:ext>
            </a:extLst>
          </p:cNvPr>
          <p:cNvCxnSpPr>
            <a:cxnSpLocks/>
          </p:cNvCxnSpPr>
          <p:nvPr userDrawn="1"/>
        </p:nvCxnSpPr>
        <p:spPr>
          <a:xfrm>
            <a:off x="896628" y="0"/>
            <a:ext cx="0" cy="6858000"/>
          </a:xfrm>
          <a:prstGeom prst="line">
            <a:avLst/>
          </a:prstGeom>
          <a:ln w="190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10" name="Text Placeholder 12">
            <a:extLst>
              <a:ext uri="{FF2B5EF4-FFF2-40B4-BE49-F238E27FC236}">
                <a16:creationId xmlns:a16="http://schemas.microsoft.com/office/drawing/2014/main" id="{D179113D-0374-3934-841E-56AD5AFCF977}"/>
              </a:ext>
            </a:extLst>
          </p:cNvPr>
          <p:cNvSpPr>
            <a:spLocks noGrp="1"/>
          </p:cNvSpPr>
          <p:nvPr>
            <p:ph type="body" sz="quarter" idx="12" hasCustomPrompt="1"/>
          </p:nvPr>
        </p:nvSpPr>
        <p:spPr>
          <a:xfrm>
            <a:off x="1353828" y="5228488"/>
            <a:ext cx="9923770" cy="1368256"/>
          </a:xfrm>
          <a:prstGeom prst="rect">
            <a:avLst/>
          </a:prstGeom>
        </p:spPr>
        <p:txBody>
          <a:bodyPr anchor="t">
            <a:normAutofit/>
          </a:bodyPr>
          <a:lstStyle>
            <a:lvl1pPr marL="0" indent="0" algn="l">
              <a:lnSpc>
                <a:spcPct val="80000"/>
              </a:lnSpc>
              <a:spcBef>
                <a:spcPts val="0"/>
              </a:spcBef>
              <a:buNone/>
              <a:defRPr sz="2000" spc="0" baseline="0">
                <a:solidFill>
                  <a:schemeClr val="tx1"/>
                </a:solidFill>
                <a:latin typeface="+mn-lt"/>
              </a:defRPr>
            </a:lvl1pPr>
          </a:lstStyle>
          <a:p>
            <a:pPr lvl="0"/>
            <a:r>
              <a:rPr lang="en-US" dirty="0"/>
              <a:t>Click to add subtitle</a:t>
            </a:r>
          </a:p>
        </p:txBody>
      </p:sp>
    </p:spTree>
    <p:extLst>
      <p:ext uri="{BB962C8B-B14F-4D97-AF65-F5344CB8AC3E}">
        <p14:creationId xmlns:p14="http://schemas.microsoft.com/office/powerpoint/2010/main" val="32272241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5" y="503852"/>
            <a:ext cx="9150675" cy="1427585"/>
          </a:xfrm>
        </p:spPr>
        <p:txBody>
          <a:bodyPr lIns="0">
            <a:normAutofit/>
          </a:bodyPr>
          <a:lstStyle>
            <a:lvl1pPr>
              <a:defRPr sz="3600"/>
            </a:lvl1pPr>
          </a:lstStyle>
          <a:p>
            <a:r>
              <a:rPr lang="en-US" dirty="0"/>
              <a:t>Click to add title</a:t>
            </a:r>
          </a:p>
        </p:txBody>
      </p:sp>
      <p:sp>
        <p:nvSpPr>
          <p:cNvPr id="2" name="Content Placeholder 7">
            <a:extLst>
              <a:ext uri="{FF2B5EF4-FFF2-40B4-BE49-F238E27FC236}">
                <a16:creationId xmlns:a16="http://schemas.microsoft.com/office/drawing/2014/main" id="{AEA3C42D-C3E7-4F13-63E2-96D7A3B21113}"/>
              </a:ext>
            </a:extLst>
          </p:cNvPr>
          <p:cNvSpPr>
            <a:spLocks noGrp="1"/>
          </p:cNvSpPr>
          <p:nvPr>
            <p:ph sz="quarter" idx="12" hasCustomPrompt="1"/>
          </p:nvPr>
        </p:nvSpPr>
        <p:spPr>
          <a:xfrm>
            <a:off x="1450153" y="2108722"/>
            <a:ext cx="8552264" cy="4119463"/>
          </a:xfrm>
        </p:spPr>
        <p:txBody>
          <a:bodyPr lIns="0" tIns="0" rIns="0" bIns="0">
            <a:normAutofit/>
          </a:bodyPr>
          <a:lstStyle>
            <a:lvl1pPr marL="228600" indent="-228600">
              <a:lnSpc>
                <a:spcPct val="100000"/>
              </a:lnSpc>
              <a:spcBef>
                <a:spcPts val="0"/>
              </a:spcBef>
              <a:spcAft>
                <a:spcPts val="1200"/>
              </a:spcAft>
              <a:buFont typeface="Arial" panose="020B0604020202020204" pitchFamily="34" charset="0"/>
              <a:buChar char="•"/>
              <a:defRPr sz="2000"/>
            </a:lvl1pPr>
            <a:lvl2pPr marL="685800" indent="-228600">
              <a:lnSpc>
                <a:spcPct val="100000"/>
              </a:lnSpc>
              <a:spcBef>
                <a:spcPts val="0"/>
              </a:spcBef>
              <a:spcAft>
                <a:spcPts val="1200"/>
              </a:spcAft>
              <a:buFont typeface="Arial" panose="020B0604020202020204" pitchFamily="34" charset="0"/>
              <a:buChar char="•"/>
              <a:defRPr sz="2000"/>
            </a:lvl2pPr>
            <a:lvl3pPr marL="1143000" indent="-228600">
              <a:spcBef>
                <a:spcPts val="0"/>
              </a:spcBef>
              <a:spcAft>
                <a:spcPts val="1200"/>
              </a:spcAft>
              <a:buFont typeface="Arial" panose="020B0604020202020204" pitchFamily="34" charset="0"/>
              <a:buChar char="•"/>
              <a:defRPr sz="2000"/>
            </a:lvl3pPr>
            <a:lvl4pPr marL="1600200" indent="-228600">
              <a:spcBef>
                <a:spcPts val="0"/>
              </a:spcBef>
              <a:spcAft>
                <a:spcPts val="1200"/>
              </a:spcAft>
              <a:buFont typeface="Arial" panose="020B0604020202020204" pitchFamily="34" charset="0"/>
              <a:buChar char="•"/>
              <a:defRPr sz="2000"/>
            </a:lvl4pPr>
            <a:lvl5pPr marL="2057400" indent="-228600">
              <a:spcBef>
                <a:spcPts val="0"/>
              </a:spcBef>
              <a:spcAft>
                <a:spcPts val="1200"/>
              </a:spcAft>
              <a:buFont typeface="Arial" panose="020B0604020202020204" pitchFamily="34" charset="0"/>
              <a:buChar char="•"/>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3" name="Straight Connector 2">
            <a:extLst>
              <a:ext uri="{FF2B5EF4-FFF2-40B4-BE49-F238E27FC236}">
                <a16:creationId xmlns:a16="http://schemas.microsoft.com/office/drawing/2014/main" id="{45FE61D9-DA99-9DA5-5DD2-C4118066CA63}"/>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CE64603E-965E-E3BF-203B-F4D99428203D}"/>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Slide Number Placeholder 5">
            <a:extLst>
              <a:ext uri="{FF2B5EF4-FFF2-40B4-BE49-F238E27FC236}">
                <a16:creationId xmlns:a16="http://schemas.microsoft.com/office/drawing/2014/main" id="{5DABAFC1-3E76-DCE6-3A6D-E0020C5BE864}"/>
              </a:ext>
            </a:extLst>
          </p:cNvPr>
          <p:cNvSpPr>
            <a:spLocks noGrp="1"/>
          </p:cNvSpPr>
          <p:nvPr>
            <p:ph type="sldNum" sz="quarter" idx="15"/>
          </p:nvPr>
        </p:nvSpPr>
        <p:spPr>
          <a:xfrm>
            <a:off x="412136" y="5943601"/>
            <a:ext cx="968983" cy="651912"/>
          </a:xfrm>
        </p:spPr>
        <p:txBody>
          <a:bodyPr/>
          <a:lstStyle/>
          <a:p>
            <a:fld id="{18D65601-5AE2-46FC-B138-694DDD2B510D}" type="slidenum">
              <a:rPr lang="en-US" smtClean="0"/>
              <a:pPr/>
              <a:t>‹#›</a:t>
            </a:fld>
            <a:endParaRPr lang="en-US" dirty="0"/>
          </a:p>
        </p:txBody>
      </p:sp>
    </p:spTree>
    <p:extLst>
      <p:ext uri="{BB962C8B-B14F-4D97-AF65-F5344CB8AC3E}">
        <p14:creationId xmlns:p14="http://schemas.microsoft.com/office/powerpoint/2010/main" val="13735965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Title">
    <p:bg>
      <p:bgPr>
        <a:solidFill>
          <a:schemeClr val="accent6"/>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507175C5-CB2F-2BAC-3704-54DCD1BF043F}"/>
              </a:ext>
            </a:extLst>
          </p:cNvPr>
          <p:cNvSpPr>
            <a:spLocks noGrp="1"/>
          </p:cNvSpPr>
          <p:nvPr>
            <p:ph type="title" hasCustomPrompt="1"/>
          </p:nvPr>
        </p:nvSpPr>
        <p:spPr>
          <a:xfrm>
            <a:off x="1038031" y="1068169"/>
            <a:ext cx="10115939" cy="2681549"/>
          </a:xfrm>
        </p:spPr>
        <p:txBody>
          <a:bodyPr anchor="b"/>
          <a:lstStyle>
            <a:lvl1pPr algn="ctr">
              <a:defRPr>
                <a:solidFill>
                  <a:schemeClr val="bg1"/>
                </a:solidFill>
              </a:defRPr>
            </a:lvl1pPr>
          </a:lstStyle>
          <a:p>
            <a:r>
              <a:rPr lang="en-US" dirty="0"/>
              <a:t>Click to add title</a:t>
            </a:r>
          </a:p>
        </p:txBody>
      </p:sp>
      <p:sp>
        <p:nvSpPr>
          <p:cNvPr id="5" name="Rectangle 4">
            <a:extLst>
              <a:ext uri="{FF2B5EF4-FFF2-40B4-BE49-F238E27FC236}">
                <a16:creationId xmlns:a16="http://schemas.microsoft.com/office/drawing/2014/main" id="{3901905E-33E7-852F-94E3-8E100B3D1E4A}"/>
              </a:ext>
              <a:ext uri="{C183D7F6-B498-43B3-948B-1728B52AA6E4}">
                <adec:decorative xmlns:adec="http://schemas.microsoft.com/office/drawing/2017/decorative" val="1"/>
              </a:ext>
            </a:extLst>
          </p:cNvPr>
          <p:cNvSpPr/>
          <p:nvPr userDrawn="1"/>
        </p:nvSpPr>
        <p:spPr>
          <a:xfrm>
            <a:off x="914400" y="914400"/>
            <a:ext cx="10363200" cy="5029200"/>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1B7799F7-CBB1-9649-7D06-F7EEFD4F0183}"/>
              </a:ext>
              <a:ext uri="{C183D7F6-B498-43B3-948B-1728B52AA6E4}">
                <adec:decorative xmlns:adec="http://schemas.microsoft.com/office/drawing/2017/decorative" val="1"/>
              </a:ext>
            </a:extLst>
          </p:cNvPr>
          <p:cNvSpPr/>
          <p:nvPr userDrawn="1"/>
        </p:nvSpPr>
        <p:spPr>
          <a:xfrm>
            <a:off x="0" y="594360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B1AFC5CA-DB29-4B8C-C004-72E4EC761C3B}"/>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 Placeholder 12">
            <a:extLst>
              <a:ext uri="{FF2B5EF4-FFF2-40B4-BE49-F238E27FC236}">
                <a16:creationId xmlns:a16="http://schemas.microsoft.com/office/drawing/2014/main" id="{E3CB2D2A-7172-87CE-D493-DAF52D62EBFC}"/>
              </a:ext>
            </a:extLst>
          </p:cNvPr>
          <p:cNvSpPr>
            <a:spLocks noGrp="1"/>
          </p:cNvSpPr>
          <p:nvPr>
            <p:ph type="body" sz="quarter" idx="12" hasCustomPrompt="1"/>
          </p:nvPr>
        </p:nvSpPr>
        <p:spPr>
          <a:xfrm>
            <a:off x="1038031" y="4027047"/>
            <a:ext cx="10115939" cy="1762783"/>
          </a:xfrm>
          <a:prstGeom prst="rect">
            <a:avLst/>
          </a:prstGeom>
        </p:spPr>
        <p:txBody>
          <a:bodyPr anchor="t">
            <a:normAutofit/>
          </a:bodyPr>
          <a:lstStyle>
            <a:lvl1pPr marL="0" indent="0" algn="ctr">
              <a:lnSpc>
                <a:spcPct val="80000"/>
              </a:lnSpc>
              <a:spcBef>
                <a:spcPts val="0"/>
              </a:spcBef>
              <a:buNone/>
              <a:defRPr sz="2000" spc="0" baseline="0">
                <a:solidFill>
                  <a:schemeClr val="bg1"/>
                </a:solidFill>
                <a:latin typeface="+mn-lt"/>
              </a:defRPr>
            </a:lvl1pPr>
          </a:lstStyle>
          <a:p>
            <a:pPr lvl="0"/>
            <a:r>
              <a:rPr lang="en-US" dirty="0"/>
              <a:t>Click to add subtitle</a:t>
            </a:r>
          </a:p>
        </p:txBody>
      </p:sp>
    </p:spTree>
    <p:extLst>
      <p:ext uri="{BB962C8B-B14F-4D97-AF65-F5344CB8AC3E}">
        <p14:creationId xmlns:p14="http://schemas.microsoft.com/office/powerpoint/2010/main" val="20695361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2 Content ">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a:normAutofit/>
          </a:bodyPr>
          <a:lstStyle>
            <a:lvl1pPr>
              <a:defRPr sz="3600"/>
            </a:lvl1pPr>
          </a:lstStyle>
          <a:p>
            <a:r>
              <a:rPr lang="en-US" dirty="0"/>
              <a:t>Click to add title</a:t>
            </a:r>
          </a:p>
        </p:txBody>
      </p:sp>
      <p:sp>
        <p:nvSpPr>
          <p:cNvPr id="2" name="Content Placeholder 7">
            <a:extLst>
              <a:ext uri="{FF2B5EF4-FFF2-40B4-BE49-F238E27FC236}">
                <a16:creationId xmlns:a16="http://schemas.microsoft.com/office/drawing/2014/main" id="{AEA3C42D-C3E7-4F13-63E2-96D7A3B21113}"/>
              </a:ext>
            </a:extLst>
          </p:cNvPr>
          <p:cNvSpPr>
            <a:spLocks noGrp="1"/>
          </p:cNvSpPr>
          <p:nvPr>
            <p:ph sz="quarter" idx="12" hasCustomPrompt="1"/>
          </p:nvPr>
        </p:nvSpPr>
        <p:spPr>
          <a:xfrm>
            <a:off x="1468814" y="2057401"/>
            <a:ext cx="4627186" cy="4119463"/>
          </a:xfrm>
        </p:spPr>
        <p:txBody>
          <a:bodyPr lIns="0">
            <a:normAutofit/>
          </a:bodyPr>
          <a:lstStyle>
            <a:lvl1pPr marL="0" indent="0">
              <a:lnSpc>
                <a:spcPct val="100000"/>
              </a:lnSpc>
              <a:spcBef>
                <a:spcPts val="1000"/>
              </a:spcBef>
              <a:spcAft>
                <a:spcPts val="1200"/>
              </a:spcAft>
              <a:buNone/>
              <a:defRPr sz="2000"/>
            </a:lvl1pPr>
            <a:lvl2pPr marL="228600" indent="-228600">
              <a:lnSpc>
                <a:spcPct val="100000"/>
              </a:lnSpc>
              <a:spcBef>
                <a:spcPts val="0"/>
              </a:spcBef>
              <a:spcAft>
                <a:spcPts val="1200"/>
              </a:spcAft>
              <a:buFont typeface="Arial" panose="020B0604020202020204" pitchFamily="34" charset="0"/>
              <a:buChar char="•"/>
              <a:defRPr sz="2000"/>
            </a:lvl2pPr>
            <a:lvl3pPr marL="685800" indent="-228600">
              <a:spcBef>
                <a:spcPts val="1000"/>
              </a:spcBef>
              <a:spcAft>
                <a:spcPts val="1200"/>
              </a:spcAft>
              <a:buFont typeface="Arial" panose="020B0604020202020204" pitchFamily="34" charset="0"/>
              <a:buChar char="•"/>
              <a:defRPr sz="2000"/>
            </a:lvl3pPr>
            <a:lvl4pPr marL="1143000" indent="-228600">
              <a:spcBef>
                <a:spcPts val="1000"/>
              </a:spcBef>
              <a:spcAft>
                <a:spcPts val="1200"/>
              </a:spcAft>
              <a:buFont typeface="Arial" panose="020B0604020202020204" pitchFamily="34" charset="0"/>
              <a:buChar char="•"/>
              <a:defRPr sz="2000"/>
            </a:lvl4pPr>
            <a:lvl5pPr marL="1600200" indent="-228600">
              <a:spcBef>
                <a:spcPts val="1000"/>
              </a:spcBef>
              <a:spcAft>
                <a:spcPts val="1200"/>
              </a:spcAft>
              <a:buFont typeface="Arial" panose="020B0604020202020204" pitchFamily="34" charset="0"/>
              <a:buChar char="•"/>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7">
            <a:extLst>
              <a:ext uri="{FF2B5EF4-FFF2-40B4-BE49-F238E27FC236}">
                <a16:creationId xmlns:a16="http://schemas.microsoft.com/office/drawing/2014/main" id="{617CE1C3-9892-2E23-986F-80ABB41823D6}"/>
              </a:ext>
            </a:extLst>
          </p:cNvPr>
          <p:cNvSpPr>
            <a:spLocks noGrp="1"/>
          </p:cNvSpPr>
          <p:nvPr>
            <p:ph sz="quarter" idx="11" hasCustomPrompt="1"/>
          </p:nvPr>
        </p:nvSpPr>
        <p:spPr>
          <a:xfrm>
            <a:off x="6668185" y="2057401"/>
            <a:ext cx="4609399" cy="4119463"/>
          </a:xfrm>
        </p:spPr>
        <p:txBody>
          <a:bodyPr lIns="0">
            <a:normAutofit/>
          </a:bodyPr>
          <a:lstStyle>
            <a:lvl1pPr marL="0" indent="0">
              <a:lnSpc>
                <a:spcPct val="100000"/>
              </a:lnSpc>
              <a:spcBef>
                <a:spcPts val="1000"/>
              </a:spcBef>
              <a:spcAft>
                <a:spcPts val="1200"/>
              </a:spcAft>
              <a:buNone/>
              <a:defRPr sz="2000"/>
            </a:lvl1pPr>
            <a:lvl2pPr marL="228600" indent="-228600">
              <a:lnSpc>
                <a:spcPct val="100000"/>
              </a:lnSpc>
              <a:spcBef>
                <a:spcPts val="1000"/>
              </a:spcBef>
              <a:spcAft>
                <a:spcPts val="1200"/>
              </a:spcAft>
              <a:buFont typeface="Arial" panose="020B0604020202020204" pitchFamily="34" charset="0"/>
              <a:buChar char="•"/>
              <a:defRPr sz="2000"/>
            </a:lvl2pPr>
            <a:lvl3pPr marL="685800" indent="-228600">
              <a:spcBef>
                <a:spcPts val="1000"/>
              </a:spcBef>
              <a:spcAft>
                <a:spcPts val="1200"/>
              </a:spcAft>
              <a:buFont typeface="Arial" panose="020B0604020202020204" pitchFamily="34" charset="0"/>
              <a:buChar char="•"/>
              <a:defRPr sz="2000"/>
            </a:lvl3pPr>
            <a:lvl4pPr marL="1143000" indent="-228600">
              <a:spcBef>
                <a:spcPts val="1000"/>
              </a:spcBef>
              <a:spcAft>
                <a:spcPts val="1200"/>
              </a:spcAft>
              <a:buFont typeface="Arial" panose="020B0604020202020204" pitchFamily="34" charset="0"/>
              <a:buChar char="•"/>
              <a:defRPr sz="2000"/>
            </a:lvl4pPr>
            <a:lvl5pPr marL="1600200" indent="-228600">
              <a:spcBef>
                <a:spcPts val="1000"/>
              </a:spcBef>
              <a:spcAft>
                <a:spcPts val="1200"/>
              </a:spcAft>
              <a:buFont typeface="Arial" panose="020B0604020202020204" pitchFamily="34" charset="0"/>
              <a:buChar char="•"/>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ctangle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 name="Straight Connector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 name="Slide Number Placeholder 5">
            <a:extLst>
              <a:ext uri="{FF2B5EF4-FFF2-40B4-BE49-F238E27FC236}">
                <a16:creationId xmlns:a16="http://schemas.microsoft.com/office/drawing/2014/main" id="{1D40DF0B-6602-19D4-3110-4659C28780D5}"/>
              </a:ext>
            </a:extLst>
          </p:cNvPr>
          <p:cNvSpPr>
            <a:spLocks noGrp="1"/>
          </p:cNvSpPr>
          <p:nvPr>
            <p:ph type="sldNum" sz="quarter" idx="15"/>
          </p:nvPr>
        </p:nvSpPr>
        <p:spPr>
          <a:xfrm>
            <a:off x="412136" y="5943601"/>
            <a:ext cx="968983" cy="651912"/>
          </a:xfrm>
        </p:spPr>
        <p:txBody>
          <a:bodyPr/>
          <a:lstStyle/>
          <a:p>
            <a:fld id="{18D65601-5AE2-46FC-B138-694DDD2B510D}" type="slidenum">
              <a:rPr lang="en-US" smtClean="0"/>
              <a:pPr/>
              <a:t>‹#›</a:t>
            </a:fld>
            <a:endParaRPr lang="en-US" dirty="0"/>
          </a:p>
        </p:txBody>
      </p:sp>
    </p:spTree>
    <p:extLst>
      <p:ext uri="{BB962C8B-B14F-4D97-AF65-F5344CB8AC3E}">
        <p14:creationId xmlns:p14="http://schemas.microsoft.com/office/powerpoint/2010/main" val="25617208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2 Content 3">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a:normAutofit/>
          </a:bodyPr>
          <a:lstStyle>
            <a:lvl1pPr>
              <a:defRPr sz="3600"/>
            </a:lvl1pPr>
          </a:lstStyle>
          <a:p>
            <a:r>
              <a:rPr lang="en-US" dirty="0"/>
              <a:t>Click to add title</a:t>
            </a:r>
          </a:p>
        </p:txBody>
      </p:sp>
      <p:sp>
        <p:nvSpPr>
          <p:cNvPr id="4" name="Content Placeholder 7">
            <a:extLst>
              <a:ext uri="{FF2B5EF4-FFF2-40B4-BE49-F238E27FC236}">
                <a16:creationId xmlns:a16="http://schemas.microsoft.com/office/drawing/2014/main" id="{C355854D-70C0-E6E1-2A0C-284D00A21AEC}"/>
              </a:ext>
            </a:extLst>
          </p:cNvPr>
          <p:cNvSpPr>
            <a:spLocks noGrp="1"/>
          </p:cNvSpPr>
          <p:nvPr>
            <p:ph sz="quarter" idx="12" hasCustomPrompt="1"/>
          </p:nvPr>
        </p:nvSpPr>
        <p:spPr>
          <a:xfrm>
            <a:off x="1468815" y="2057401"/>
            <a:ext cx="3068678" cy="4119463"/>
          </a:xfrm>
        </p:spPr>
        <p:txBody>
          <a:bodyPr lIns="0">
            <a:normAutofit/>
          </a:bodyPr>
          <a:lstStyle>
            <a:lvl1pPr marL="320040" indent="-320040">
              <a:lnSpc>
                <a:spcPct val="100000"/>
              </a:lnSpc>
              <a:spcBef>
                <a:spcPts val="0"/>
              </a:spcBef>
              <a:spcAft>
                <a:spcPts val="1200"/>
              </a:spcAft>
              <a:buFont typeface="+mj-lt"/>
              <a:buAutoNum type="arabicPeriod"/>
              <a:defRPr sz="2000"/>
            </a:lvl1pPr>
            <a:lvl2pPr marL="457200" indent="-320040">
              <a:lnSpc>
                <a:spcPct val="100000"/>
              </a:lnSpc>
              <a:spcBef>
                <a:spcPts val="1000"/>
              </a:spcBef>
              <a:spcAft>
                <a:spcPts val="1200"/>
              </a:spcAft>
              <a:buFont typeface="+mj-lt"/>
              <a:buAutoNum type="alphaLcPeriod"/>
              <a:defRPr sz="2000"/>
            </a:lvl2pPr>
            <a:lvl3pPr marL="914400" indent="-320040">
              <a:spcBef>
                <a:spcPts val="1000"/>
              </a:spcBef>
              <a:spcAft>
                <a:spcPts val="1200"/>
              </a:spcAft>
              <a:buFont typeface="+mj-lt"/>
              <a:buAutoNum type="arabicParenR"/>
              <a:defRPr sz="2000"/>
            </a:lvl3pPr>
            <a:lvl4pPr marL="1371600" indent="-320040">
              <a:spcBef>
                <a:spcPts val="1000"/>
              </a:spcBef>
              <a:spcAft>
                <a:spcPts val="1200"/>
              </a:spcAft>
              <a:buFont typeface="+mj-lt"/>
              <a:buAutoNum type="alphaLcParenR"/>
              <a:defRPr sz="2000"/>
            </a:lvl4pPr>
            <a:lvl5pPr marL="1828800" indent="-320040">
              <a:spcBef>
                <a:spcPts val="1000"/>
              </a:spcBef>
              <a:spcAft>
                <a:spcPts val="1200"/>
              </a:spcAft>
              <a:buFont typeface="+mj-lt"/>
              <a:buAutoNum type="romanLcPeriod"/>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7">
            <a:extLst>
              <a:ext uri="{FF2B5EF4-FFF2-40B4-BE49-F238E27FC236}">
                <a16:creationId xmlns:a16="http://schemas.microsoft.com/office/drawing/2014/main" id="{617CE1C3-9892-2E23-986F-80ABB41823D6}"/>
              </a:ext>
            </a:extLst>
          </p:cNvPr>
          <p:cNvSpPr>
            <a:spLocks noGrp="1"/>
          </p:cNvSpPr>
          <p:nvPr>
            <p:ph sz="quarter" idx="11" hasCustomPrompt="1"/>
          </p:nvPr>
        </p:nvSpPr>
        <p:spPr>
          <a:xfrm>
            <a:off x="5191727" y="2057401"/>
            <a:ext cx="6085857" cy="4119463"/>
          </a:xfrm>
        </p:spPr>
        <p:txBody>
          <a:bodyPr lIns="0">
            <a:normAutofit/>
          </a:bodyPr>
          <a:lstStyle>
            <a:lvl1pPr marL="0" indent="0">
              <a:lnSpc>
                <a:spcPct val="100000"/>
              </a:lnSpc>
              <a:spcBef>
                <a:spcPts val="1000"/>
              </a:spcBef>
              <a:spcAft>
                <a:spcPts val="1200"/>
              </a:spcAft>
              <a:buNone/>
              <a:defRPr sz="2000"/>
            </a:lvl1pPr>
            <a:lvl2pPr marL="228600" indent="-228600">
              <a:lnSpc>
                <a:spcPct val="100000"/>
              </a:lnSpc>
              <a:spcBef>
                <a:spcPts val="1000"/>
              </a:spcBef>
              <a:spcAft>
                <a:spcPts val="1200"/>
              </a:spcAft>
              <a:buFont typeface="Arial" panose="020B0604020202020204" pitchFamily="34" charset="0"/>
              <a:buChar char="•"/>
              <a:defRPr sz="2000"/>
            </a:lvl2pPr>
            <a:lvl3pPr marL="685800" indent="-228600">
              <a:spcBef>
                <a:spcPts val="1000"/>
              </a:spcBef>
              <a:spcAft>
                <a:spcPts val="1200"/>
              </a:spcAft>
              <a:buFont typeface="Arial" panose="020B0604020202020204" pitchFamily="34" charset="0"/>
              <a:buChar char="•"/>
              <a:defRPr sz="2000"/>
            </a:lvl3pPr>
            <a:lvl4pPr marL="1143000" indent="-228600">
              <a:spcBef>
                <a:spcPts val="1000"/>
              </a:spcBef>
              <a:spcAft>
                <a:spcPts val="1200"/>
              </a:spcAft>
              <a:buFont typeface="Arial" panose="020B0604020202020204" pitchFamily="34" charset="0"/>
              <a:buChar char="•"/>
              <a:defRPr sz="2000"/>
            </a:lvl4pPr>
            <a:lvl5pPr marL="1600200" indent="-228600">
              <a:spcBef>
                <a:spcPts val="1000"/>
              </a:spcBef>
              <a:spcAft>
                <a:spcPts val="1200"/>
              </a:spcAft>
              <a:buFont typeface="Arial" panose="020B0604020202020204" pitchFamily="34" charset="0"/>
              <a:buChar char="•"/>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ctangle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 name="Straight Connector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 name="Slide Number Placeholder 5">
            <a:extLst>
              <a:ext uri="{FF2B5EF4-FFF2-40B4-BE49-F238E27FC236}">
                <a16:creationId xmlns:a16="http://schemas.microsoft.com/office/drawing/2014/main" id="{D7B331F9-6D4A-5020-969F-E961AF374E19}"/>
              </a:ext>
            </a:extLst>
          </p:cNvPr>
          <p:cNvSpPr>
            <a:spLocks noGrp="1"/>
          </p:cNvSpPr>
          <p:nvPr>
            <p:ph type="sldNum" sz="quarter" idx="15"/>
          </p:nvPr>
        </p:nvSpPr>
        <p:spPr>
          <a:xfrm>
            <a:off x="412136" y="5943601"/>
            <a:ext cx="968983" cy="651912"/>
          </a:xfrm>
        </p:spPr>
        <p:txBody>
          <a:bodyPr/>
          <a:lstStyle/>
          <a:p>
            <a:fld id="{18D65601-5AE2-46FC-B138-694DDD2B510D}" type="slidenum">
              <a:rPr lang="en-US" smtClean="0"/>
              <a:pPr/>
              <a:t>‹#›</a:t>
            </a:fld>
            <a:endParaRPr lang="en-US" dirty="0"/>
          </a:p>
        </p:txBody>
      </p:sp>
    </p:spTree>
    <p:extLst>
      <p:ext uri="{BB962C8B-B14F-4D97-AF65-F5344CB8AC3E}">
        <p14:creationId xmlns:p14="http://schemas.microsoft.com/office/powerpoint/2010/main" val="25142378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Picture and Content">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a:normAutofit/>
          </a:bodyPr>
          <a:lstStyle>
            <a:lvl1pPr>
              <a:defRPr sz="3600"/>
            </a:lvl1pPr>
          </a:lstStyle>
          <a:p>
            <a:r>
              <a:rPr lang="en-US" dirty="0"/>
              <a:t>Click to add title</a:t>
            </a:r>
          </a:p>
        </p:txBody>
      </p:sp>
      <p:sp>
        <p:nvSpPr>
          <p:cNvPr id="8" name="Picture Placeholder 7">
            <a:extLst>
              <a:ext uri="{FF2B5EF4-FFF2-40B4-BE49-F238E27FC236}">
                <a16:creationId xmlns:a16="http://schemas.microsoft.com/office/drawing/2014/main" id="{357912CB-B8F8-1E65-094F-AD3220E6C79C}"/>
              </a:ext>
            </a:extLst>
          </p:cNvPr>
          <p:cNvSpPr>
            <a:spLocks noGrp="1"/>
          </p:cNvSpPr>
          <p:nvPr>
            <p:ph type="pic" sz="quarter" idx="12"/>
          </p:nvPr>
        </p:nvSpPr>
        <p:spPr>
          <a:xfrm>
            <a:off x="1503363" y="2061969"/>
            <a:ext cx="4592637" cy="4805362"/>
          </a:xfrm>
        </p:spPr>
        <p:txBody>
          <a:bodyPr>
            <a:normAutofit/>
          </a:bodyPr>
          <a:lstStyle>
            <a:lvl1pPr marL="0" indent="0" algn="ctr">
              <a:buNone/>
              <a:defRPr sz="2000"/>
            </a:lvl1pPr>
          </a:lstStyle>
          <a:p>
            <a:r>
              <a:rPr lang="en-US"/>
              <a:t>Click icon to add picture</a:t>
            </a:r>
            <a:endParaRPr lang="en-US" dirty="0"/>
          </a:p>
        </p:txBody>
      </p:sp>
      <p:sp>
        <p:nvSpPr>
          <p:cNvPr id="12" name="Content Placeholder 7">
            <a:extLst>
              <a:ext uri="{FF2B5EF4-FFF2-40B4-BE49-F238E27FC236}">
                <a16:creationId xmlns:a16="http://schemas.microsoft.com/office/drawing/2014/main" id="{617CE1C3-9892-2E23-986F-80ABB41823D6}"/>
              </a:ext>
            </a:extLst>
          </p:cNvPr>
          <p:cNvSpPr>
            <a:spLocks noGrp="1"/>
          </p:cNvSpPr>
          <p:nvPr>
            <p:ph sz="quarter" idx="11" hasCustomPrompt="1"/>
          </p:nvPr>
        </p:nvSpPr>
        <p:spPr>
          <a:xfrm>
            <a:off x="6787262" y="2052736"/>
            <a:ext cx="4490320" cy="4800598"/>
          </a:xfrm>
        </p:spPr>
        <p:txBody>
          <a:bodyPr lIns="0">
            <a:normAutofit/>
          </a:bodyPr>
          <a:lstStyle>
            <a:lvl1pPr marL="0" indent="0">
              <a:lnSpc>
                <a:spcPct val="100000"/>
              </a:lnSpc>
              <a:spcBef>
                <a:spcPts val="1000"/>
              </a:spcBef>
              <a:spcAft>
                <a:spcPts val="1200"/>
              </a:spcAft>
              <a:buNone/>
              <a:defRPr sz="2000"/>
            </a:lvl1pPr>
            <a:lvl2pPr marL="800100" indent="-342900">
              <a:lnSpc>
                <a:spcPct val="100000"/>
              </a:lnSpc>
              <a:spcBef>
                <a:spcPts val="1000"/>
              </a:spcBef>
              <a:spcAft>
                <a:spcPts val="1200"/>
              </a:spcAft>
              <a:buFont typeface="Arial" panose="020B0604020202020204" pitchFamily="34" charset="0"/>
              <a:buChar char="•"/>
              <a:defRPr sz="2000"/>
            </a:lvl2pPr>
            <a:lvl3pPr marL="1257300" indent="-342900">
              <a:spcBef>
                <a:spcPts val="1000"/>
              </a:spcBef>
              <a:spcAft>
                <a:spcPts val="1200"/>
              </a:spcAft>
              <a:buFont typeface="Arial" panose="020B0604020202020204" pitchFamily="34" charset="0"/>
              <a:buChar char="•"/>
              <a:defRPr sz="2000"/>
            </a:lvl3pPr>
            <a:lvl4pPr marL="1714500" indent="-342900">
              <a:spcBef>
                <a:spcPts val="1000"/>
              </a:spcBef>
              <a:spcAft>
                <a:spcPts val="1200"/>
              </a:spcAft>
              <a:buFont typeface="Arial" panose="020B0604020202020204" pitchFamily="34" charset="0"/>
              <a:buChar char="•"/>
              <a:defRPr sz="2000"/>
            </a:lvl4pPr>
            <a:lvl5pPr marL="2171700" indent="-342900">
              <a:spcBef>
                <a:spcPts val="1000"/>
              </a:spcBef>
              <a:spcAft>
                <a:spcPts val="1200"/>
              </a:spcAft>
              <a:buFont typeface="Arial" panose="020B0604020202020204" pitchFamily="34" charset="0"/>
              <a:buChar char="•"/>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Slide Number Placeholder 5">
            <a:extLst>
              <a:ext uri="{FF2B5EF4-FFF2-40B4-BE49-F238E27FC236}">
                <a16:creationId xmlns:a16="http://schemas.microsoft.com/office/drawing/2014/main" id="{8809D86D-3DDE-CA24-4CAA-DF6944B9BCBB}"/>
              </a:ext>
            </a:extLst>
          </p:cNvPr>
          <p:cNvSpPr>
            <a:spLocks noGrp="1"/>
          </p:cNvSpPr>
          <p:nvPr>
            <p:ph type="sldNum" sz="quarter" idx="15"/>
          </p:nvPr>
        </p:nvSpPr>
        <p:spPr>
          <a:xfrm>
            <a:off x="412136" y="5943601"/>
            <a:ext cx="968983" cy="651912"/>
          </a:xfrm>
        </p:spPr>
        <p:txBody>
          <a:bodyPr/>
          <a:lstStyle/>
          <a:p>
            <a:fld id="{18D65601-5AE2-46FC-B138-694DDD2B510D}" type="slidenum">
              <a:rPr lang="en-US" smtClean="0"/>
              <a:pPr/>
              <a:t>‹#›</a:t>
            </a:fld>
            <a:endParaRPr lang="en-US" dirty="0"/>
          </a:p>
        </p:txBody>
      </p:sp>
      <p:sp>
        <p:nvSpPr>
          <p:cNvPr id="5" name="Rectangle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 name="Straight Connector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361074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Content and Table">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a:normAutofit/>
          </a:bodyPr>
          <a:lstStyle>
            <a:lvl1pPr>
              <a:defRPr sz="3600"/>
            </a:lvl1pPr>
          </a:lstStyle>
          <a:p>
            <a:r>
              <a:rPr lang="en-US" dirty="0"/>
              <a:t>Click to add title</a:t>
            </a:r>
          </a:p>
        </p:txBody>
      </p:sp>
      <p:sp>
        <p:nvSpPr>
          <p:cNvPr id="12" name="Content Placeholder 7">
            <a:extLst>
              <a:ext uri="{FF2B5EF4-FFF2-40B4-BE49-F238E27FC236}">
                <a16:creationId xmlns:a16="http://schemas.microsoft.com/office/drawing/2014/main" id="{617CE1C3-9892-2E23-986F-80ABB41823D6}"/>
              </a:ext>
            </a:extLst>
          </p:cNvPr>
          <p:cNvSpPr>
            <a:spLocks noGrp="1"/>
          </p:cNvSpPr>
          <p:nvPr>
            <p:ph sz="quarter" idx="11" hasCustomPrompt="1"/>
          </p:nvPr>
        </p:nvSpPr>
        <p:spPr>
          <a:xfrm>
            <a:off x="1468814" y="2057400"/>
            <a:ext cx="3091027" cy="3867538"/>
          </a:xfrm>
        </p:spPr>
        <p:txBody>
          <a:bodyPr lIns="0">
            <a:normAutofit/>
          </a:bodyPr>
          <a:lstStyle>
            <a:lvl1pPr marL="0" indent="0">
              <a:lnSpc>
                <a:spcPct val="100000"/>
              </a:lnSpc>
              <a:spcBef>
                <a:spcPts val="0"/>
              </a:spcBef>
              <a:spcAft>
                <a:spcPts val="1200"/>
              </a:spcAft>
              <a:buNone/>
              <a:defRPr sz="2000"/>
            </a:lvl1pPr>
            <a:lvl2pPr marL="800100" indent="-342900">
              <a:lnSpc>
                <a:spcPct val="100000"/>
              </a:lnSpc>
              <a:spcBef>
                <a:spcPts val="0"/>
              </a:spcBef>
              <a:spcAft>
                <a:spcPts val="1200"/>
              </a:spcAft>
              <a:buFont typeface="Arial" panose="020B0604020202020204" pitchFamily="34" charset="0"/>
              <a:buChar char="•"/>
              <a:defRPr sz="2000"/>
            </a:lvl2pPr>
            <a:lvl3pPr marL="1257300" indent="-342900">
              <a:spcBef>
                <a:spcPts val="0"/>
              </a:spcBef>
              <a:spcAft>
                <a:spcPts val="1200"/>
              </a:spcAft>
              <a:buFont typeface="Arial" panose="020B0604020202020204" pitchFamily="34" charset="0"/>
              <a:buChar char="•"/>
              <a:defRPr sz="2000"/>
            </a:lvl3pPr>
            <a:lvl4pPr marL="1714500" indent="-342900">
              <a:spcBef>
                <a:spcPts val="0"/>
              </a:spcBef>
              <a:spcAft>
                <a:spcPts val="1200"/>
              </a:spcAft>
              <a:buFont typeface="Arial" panose="020B0604020202020204" pitchFamily="34" charset="0"/>
              <a:buChar char="•"/>
              <a:defRPr sz="2000"/>
            </a:lvl4pPr>
            <a:lvl5pPr marL="2171700" indent="-342900">
              <a:spcBef>
                <a:spcPts val="0"/>
              </a:spcBef>
              <a:spcAft>
                <a:spcPts val="1200"/>
              </a:spcAft>
              <a:buFont typeface="Arial" panose="020B0604020202020204" pitchFamily="34" charset="0"/>
              <a:buChar char="•"/>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Table Placeholder 13">
            <a:extLst>
              <a:ext uri="{FF2B5EF4-FFF2-40B4-BE49-F238E27FC236}">
                <a16:creationId xmlns:a16="http://schemas.microsoft.com/office/drawing/2014/main" id="{EA708189-1532-1BDD-104F-4D8556146CEE}"/>
              </a:ext>
            </a:extLst>
          </p:cNvPr>
          <p:cNvSpPr>
            <a:spLocks noGrp="1"/>
          </p:cNvSpPr>
          <p:nvPr>
            <p:ph type="tbl" sz="quarter" idx="12"/>
          </p:nvPr>
        </p:nvSpPr>
        <p:spPr>
          <a:xfrm>
            <a:off x="5097463" y="2051976"/>
            <a:ext cx="6180137" cy="3867538"/>
          </a:xfrm>
        </p:spPr>
        <p:txBody>
          <a:bodyPr>
            <a:normAutofit/>
          </a:bodyPr>
          <a:lstStyle>
            <a:lvl1pPr>
              <a:defRPr sz="2000"/>
            </a:lvl1pPr>
          </a:lstStyle>
          <a:p>
            <a:r>
              <a:rPr lang="en-US"/>
              <a:t>Click icon to add table</a:t>
            </a:r>
            <a:endParaRPr lang="en-US" dirty="0"/>
          </a:p>
        </p:txBody>
      </p:sp>
      <p:sp>
        <p:nvSpPr>
          <p:cNvPr id="5" name="Rectangle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 name="Straight Connector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2" name="Slide Number Placeholder 5">
            <a:extLst>
              <a:ext uri="{FF2B5EF4-FFF2-40B4-BE49-F238E27FC236}">
                <a16:creationId xmlns:a16="http://schemas.microsoft.com/office/drawing/2014/main" id="{6E0EC71B-95A1-C740-6B1F-F8DF02E2D164}"/>
              </a:ext>
            </a:extLst>
          </p:cNvPr>
          <p:cNvSpPr>
            <a:spLocks noGrp="1"/>
          </p:cNvSpPr>
          <p:nvPr>
            <p:ph type="sldNum" sz="quarter" idx="15"/>
          </p:nvPr>
        </p:nvSpPr>
        <p:spPr>
          <a:xfrm>
            <a:off x="412136" y="5943601"/>
            <a:ext cx="968983" cy="651912"/>
          </a:xfrm>
        </p:spPr>
        <p:txBody>
          <a:bodyPr/>
          <a:lstStyle/>
          <a:p>
            <a:fld id="{18D65601-5AE2-46FC-B138-694DDD2B510D}" type="slidenum">
              <a:rPr lang="en-US" smtClean="0"/>
              <a:pPr/>
              <a:t>‹#›</a:t>
            </a:fld>
            <a:endParaRPr lang="en-US" dirty="0"/>
          </a:p>
        </p:txBody>
      </p:sp>
    </p:spTree>
    <p:extLst>
      <p:ext uri="{BB962C8B-B14F-4D97-AF65-F5344CB8AC3E}">
        <p14:creationId xmlns:p14="http://schemas.microsoft.com/office/powerpoint/2010/main" val="34092991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2 Content 2">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 name="Straight Connector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7" name="Title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a:normAutofit/>
          </a:bodyPr>
          <a:lstStyle>
            <a:lvl1pPr>
              <a:defRPr sz="3600"/>
            </a:lvl1pPr>
          </a:lstStyle>
          <a:p>
            <a:r>
              <a:rPr lang="en-US" dirty="0"/>
              <a:t>Click to add title</a:t>
            </a:r>
          </a:p>
        </p:txBody>
      </p:sp>
      <p:sp>
        <p:nvSpPr>
          <p:cNvPr id="8" name="Content Placeholder 7">
            <a:extLst>
              <a:ext uri="{FF2B5EF4-FFF2-40B4-BE49-F238E27FC236}">
                <a16:creationId xmlns:a16="http://schemas.microsoft.com/office/drawing/2014/main" id="{8B0AB10A-3CAB-D4C0-3CB1-401461802BD3}"/>
              </a:ext>
            </a:extLst>
          </p:cNvPr>
          <p:cNvSpPr>
            <a:spLocks noGrp="1"/>
          </p:cNvSpPr>
          <p:nvPr>
            <p:ph sz="quarter" idx="10" hasCustomPrompt="1"/>
          </p:nvPr>
        </p:nvSpPr>
        <p:spPr>
          <a:xfrm>
            <a:off x="1468814" y="2066731"/>
            <a:ext cx="6452876" cy="3867538"/>
          </a:xfrm>
        </p:spPr>
        <p:txBody>
          <a:bodyPr lIns="0">
            <a:normAutofit/>
          </a:bodyPr>
          <a:lstStyle>
            <a:lvl1pPr>
              <a:lnSpc>
                <a:spcPct val="100000"/>
              </a:lnSpc>
              <a:spcAft>
                <a:spcPts val="600"/>
              </a:spcAft>
              <a:defRPr sz="2000"/>
            </a:lvl1pPr>
            <a:lvl2pPr>
              <a:lnSpc>
                <a:spcPct val="100000"/>
              </a:lnSpc>
              <a:spcAft>
                <a:spcPts val="600"/>
              </a:spcAft>
              <a:defRPr sz="2000"/>
            </a:lvl2pPr>
            <a:lvl3pPr>
              <a:lnSpc>
                <a:spcPct val="100000"/>
              </a:lnSpc>
              <a:spcBef>
                <a:spcPts val="1000"/>
              </a:spcBef>
              <a:spcAft>
                <a:spcPts val="600"/>
              </a:spcAft>
              <a:defRPr sz="2000"/>
            </a:lvl3pPr>
            <a:lvl4pPr>
              <a:lnSpc>
                <a:spcPct val="100000"/>
              </a:lnSpc>
              <a:spcAft>
                <a:spcPts val="1200"/>
              </a:spcAft>
              <a:defRPr sz="2000"/>
            </a:lvl4pPr>
            <a:lvl5pPr>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7">
            <a:extLst>
              <a:ext uri="{FF2B5EF4-FFF2-40B4-BE49-F238E27FC236}">
                <a16:creationId xmlns:a16="http://schemas.microsoft.com/office/drawing/2014/main" id="{7DBA8ADB-B20F-8404-46AB-AF67E25C7C75}"/>
              </a:ext>
            </a:extLst>
          </p:cNvPr>
          <p:cNvSpPr>
            <a:spLocks noGrp="1"/>
          </p:cNvSpPr>
          <p:nvPr>
            <p:ph sz="quarter" idx="11" hasCustomPrompt="1"/>
          </p:nvPr>
        </p:nvSpPr>
        <p:spPr>
          <a:xfrm>
            <a:off x="8169196" y="2066731"/>
            <a:ext cx="3108391" cy="3867538"/>
          </a:xfrm>
        </p:spPr>
        <p:txBody>
          <a:bodyPr lIns="0">
            <a:normAutofit/>
          </a:bodyPr>
          <a:lstStyle>
            <a:lvl1pPr marL="0" indent="0">
              <a:lnSpc>
                <a:spcPct val="100000"/>
              </a:lnSpc>
              <a:spcAft>
                <a:spcPts val="600"/>
              </a:spcAft>
              <a:buNone/>
              <a:defRPr sz="2000"/>
            </a:lvl1pPr>
            <a:lvl2pPr marL="800100" indent="-342900">
              <a:lnSpc>
                <a:spcPct val="100000"/>
              </a:lnSpc>
              <a:spcAft>
                <a:spcPts val="600"/>
              </a:spcAft>
              <a:buFont typeface="Arial" panose="020B0604020202020204" pitchFamily="34" charset="0"/>
              <a:buChar char="•"/>
              <a:defRPr sz="2000"/>
            </a:lvl2pPr>
            <a:lvl3pPr marL="1257300" indent="-342900">
              <a:buFont typeface="Arial" panose="020B0604020202020204" pitchFamily="34" charset="0"/>
              <a:buChar char="•"/>
              <a:defRPr sz="2000"/>
            </a:lvl3pPr>
            <a:lvl4pPr marL="1714500" indent="-342900">
              <a:buFont typeface="Arial" panose="020B0604020202020204" pitchFamily="34" charset="0"/>
              <a:buChar char="•"/>
              <a:defRPr sz="2000"/>
            </a:lvl4pPr>
            <a:lvl5pPr marL="2171700" indent="-342900">
              <a:buFont typeface="Arial" panose="020B0604020202020204" pitchFamily="34" charset="0"/>
              <a:buChar char="•"/>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Slide Number Placeholder 5">
            <a:extLst>
              <a:ext uri="{FF2B5EF4-FFF2-40B4-BE49-F238E27FC236}">
                <a16:creationId xmlns:a16="http://schemas.microsoft.com/office/drawing/2014/main" id="{8814D5F7-E70A-5F97-5C8F-95B9E1B6D492}"/>
              </a:ext>
            </a:extLst>
          </p:cNvPr>
          <p:cNvSpPr>
            <a:spLocks noGrp="1"/>
          </p:cNvSpPr>
          <p:nvPr>
            <p:ph type="sldNum" sz="quarter" idx="15"/>
          </p:nvPr>
        </p:nvSpPr>
        <p:spPr>
          <a:xfrm>
            <a:off x="412136" y="5943601"/>
            <a:ext cx="968983" cy="651912"/>
          </a:xfrm>
        </p:spPr>
        <p:txBody>
          <a:bodyPr/>
          <a:lstStyle/>
          <a:p>
            <a:fld id="{18D65601-5AE2-46FC-B138-694DDD2B510D}" type="slidenum">
              <a:rPr lang="en-US" smtClean="0"/>
              <a:pPr/>
              <a:t>‹#›</a:t>
            </a:fld>
            <a:endParaRPr lang="en-US" dirty="0"/>
          </a:p>
        </p:txBody>
      </p:sp>
    </p:spTree>
    <p:extLst>
      <p:ext uri="{BB962C8B-B14F-4D97-AF65-F5344CB8AC3E}">
        <p14:creationId xmlns:p14="http://schemas.microsoft.com/office/powerpoint/2010/main" val="8528140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Table">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 name="Straight Connector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7" name="Title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a:normAutofit/>
          </a:bodyPr>
          <a:lstStyle>
            <a:lvl1pPr>
              <a:defRPr sz="3600"/>
            </a:lvl1pPr>
          </a:lstStyle>
          <a:p>
            <a:r>
              <a:rPr lang="en-US" dirty="0"/>
              <a:t>Click to add title</a:t>
            </a:r>
          </a:p>
        </p:txBody>
      </p:sp>
      <p:sp>
        <p:nvSpPr>
          <p:cNvPr id="9" name="Table Placeholder 8">
            <a:extLst>
              <a:ext uri="{FF2B5EF4-FFF2-40B4-BE49-F238E27FC236}">
                <a16:creationId xmlns:a16="http://schemas.microsoft.com/office/drawing/2014/main" id="{CB43608F-0A38-CF4A-4B3B-F1212E786FDE}"/>
              </a:ext>
            </a:extLst>
          </p:cNvPr>
          <p:cNvSpPr>
            <a:spLocks noGrp="1"/>
          </p:cNvSpPr>
          <p:nvPr>
            <p:ph type="tbl" sz="quarter" idx="10"/>
          </p:nvPr>
        </p:nvSpPr>
        <p:spPr>
          <a:xfrm>
            <a:off x="1487488" y="2057400"/>
            <a:ext cx="9790112" cy="3886200"/>
          </a:xfrm>
        </p:spPr>
        <p:txBody>
          <a:bodyPr>
            <a:normAutofit/>
          </a:bodyPr>
          <a:lstStyle>
            <a:lvl1pPr>
              <a:defRPr sz="2400"/>
            </a:lvl1pPr>
          </a:lstStyle>
          <a:p>
            <a:r>
              <a:rPr lang="en-US"/>
              <a:t>Click icon to add table</a:t>
            </a:r>
            <a:endParaRPr lang="en-US" dirty="0"/>
          </a:p>
        </p:txBody>
      </p:sp>
      <p:sp>
        <p:nvSpPr>
          <p:cNvPr id="2" name="Slide Number Placeholder 5">
            <a:extLst>
              <a:ext uri="{FF2B5EF4-FFF2-40B4-BE49-F238E27FC236}">
                <a16:creationId xmlns:a16="http://schemas.microsoft.com/office/drawing/2014/main" id="{05DA3688-07D1-82D9-6818-C95E9A69C2F1}"/>
              </a:ext>
            </a:extLst>
          </p:cNvPr>
          <p:cNvSpPr>
            <a:spLocks noGrp="1"/>
          </p:cNvSpPr>
          <p:nvPr>
            <p:ph type="sldNum" sz="quarter" idx="15"/>
          </p:nvPr>
        </p:nvSpPr>
        <p:spPr>
          <a:xfrm>
            <a:off x="412136" y="5943601"/>
            <a:ext cx="968983" cy="651912"/>
          </a:xfrm>
        </p:spPr>
        <p:txBody>
          <a:bodyPr/>
          <a:lstStyle/>
          <a:p>
            <a:fld id="{18D65601-5AE2-46FC-B138-694DDD2B510D}" type="slidenum">
              <a:rPr lang="en-US" smtClean="0"/>
              <a:pPr/>
              <a:t>‹#›</a:t>
            </a:fld>
            <a:endParaRPr lang="en-US" dirty="0"/>
          </a:p>
        </p:txBody>
      </p:sp>
    </p:spTree>
    <p:extLst>
      <p:ext uri="{BB962C8B-B14F-4D97-AF65-F5344CB8AC3E}">
        <p14:creationId xmlns:p14="http://schemas.microsoft.com/office/powerpoint/2010/main" val="26913572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hank you 1">
    <p:bg>
      <p:bgPr>
        <a:solidFill>
          <a:schemeClr val="accent2">
            <a:lumMod val="50000"/>
          </a:schemeClr>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1B5E70F-EF03-B535-2505-BC971E3BC36D}"/>
              </a:ext>
              <a:ext uri="{C183D7F6-B498-43B3-948B-1728B52AA6E4}">
                <adec:decorative xmlns:adec="http://schemas.microsoft.com/office/drawing/2017/decorative" val="1"/>
              </a:ext>
            </a:extLst>
          </p:cNvPr>
          <p:cNvSpPr/>
          <p:nvPr userDrawn="1"/>
        </p:nvSpPr>
        <p:spPr>
          <a:xfrm>
            <a:off x="0" y="594360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3" name="Straight Connector 2">
            <a:extLst>
              <a:ext uri="{FF2B5EF4-FFF2-40B4-BE49-F238E27FC236}">
                <a16:creationId xmlns:a16="http://schemas.microsoft.com/office/drawing/2014/main" id="{8794424E-93DD-A404-D05E-EF6030A76D3B}"/>
              </a:ext>
              <a:ext uri="{C183D7F6-B498-43B3-948B-1728B52AA6E4}">
                <adec:decorative xmlns:adec="http://schemas.microsoft.com/office/drawing/2017/decorative" val="1"/>
              </a:ext>
            </a:extLst>
          </p:cNvPr>
          <p:cNvCxnSpPr>
            <a:cxnSpLocks/>
          </p:cNvCxnSpPr>
          <p:nvPr userDrawn="1"/>
        </p:nvCxnSpPr>
        <p:spPr>
          <a:xfrm>
            <a:off x="896628" y="0"/>
            <a:ext cx="0" cy="6858000"/>
          </a:xfrm>
          <a:prstGeom prst="line">
            <a:avLst/>
          </a:prstGeom>
          <a:ln w="19050">
            <a:solidFill>
              <a:schemeClr val="accent5">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B03A3B6B-5129-A46A-A20C-5D7BC706C9B1}"/>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7">
            <a:extLst>
              <a:ext uri="{FF2B5EF4-FFF2-40B4-BE49-F238E27FC236}">
                <a16:creationId xmlns:a16="http://schemas.microsoft.com/office/drawing/2014/main" id="{24E401A1-8CEE-5E1B-343B-D737433AE63F}"/>
              </a:ext>
            </a:extLst>
          </p:cNvPr>
          <p:cNvSpPr>
            <a:spLocks noGrp="1"/>
          </p:cNvSpPr>
          <p:nvPr>
            <p:ph type="title" hasCustomPrompt="1"/>
          </p:nvPr>
        </p:nvSpPr>
        <p:spPr>
          <a:xfrm>
            <a:off x="1317614" y="690511"/>
            <a:ext cx="4964671" cy="5253089"/>
          </a:xfrm>
        </p:spPr>
        <p:txBody>
          <a:bodyPr anchor="b">
            <a:normAutofit/>
          </a:bodyPr>
          <a:lstStyle>
            <a:lvl1pPr>
              <a:defRPr sz="6000">
                <a:solidFill>
                  <a:schemeClr val="bg1"/>
                </a:solidFill>
              </a:defRPr>
            </a:lvl1pPr>
          </a:lstStyle>
          <a:p>
            <a:r>
              <a:rPr lang="en-US" dirty="0"/>
              <a:t>Click to add title</a:t>
            </a:r>
          </a:p>
        </p:txBody>
      </p:sp>
      <p:sp>
        <p:nvSpPr>
          <p:cNvPr id="10" name="Content Placeholder 9">
            <a:extLst>
              <a:ext uri="{FF2B5EF4-FFF2-40B4-BE49-F238E27FC236}">
                <a16:creationId xmlns:a16="http://schemas.microsoft.com/office/drawing/2014/main" id="{AD608249-3D60-D3B2-68C5-778D0EA18F2D}"/>
              </a:ext>
            </a:extLst>
          </p:cNvPr>
          <p:cNvSpPr>
            <a:spLocks noGrp="1"/>
          </p:cNvSpPr>
          <p:nvPr>
            <p:ph sz="quarter" idx="10" hasCustomPrompt="1"/>
          </p:nvPr>
        </p:nvSpPr>
        <p:spPr>
          <a:xfrm>
            <a:off x="6282286" y="690465"/>
            <a:ext cx="4784372" cy="5253089"/>
          </a:xfrm>
        </p:spPr>
        <p:txBody>
          <a:bodyPr anchor="ctr">
            <a:normAutofit/>
          </a:bodyPr>
          <a:lstStyle>
            <a:lvl1pPr marL="0" indent="0">
              <a:lnSpc>
                <a:spcPct val="100000"/>
              </a:lnSpc>
              <a:spcBef>
                <a:spcPts val="0"/>
              </a:spcBef>
              <a:spcAft>
                <a:spcPts val="1200"/>
              </a:spcAft>
              <a:buNone/>
              <a:defRPr sz="2000">
                <a:solidFill>
                  <a:schemeClr val="bg1"/>
                </a:solidFill>
              </a:defRPr>
            </a:lvl1pPr>
            <a:lvl2pPr marL="742950" indent="-285750">
              <a:lnSpc>
                <a:spcPct val="100000"/>
              </a:lnSpc>
              <a:spcBef>
                <a:spcPts val="0"/>
              </a:spcBef>
              <a:spcAft>
                <a:spcPts val="1200"/>
              </a:spcAft>
              <a:buFont typeface="Arial" panose="020B0604020202020204" pitchFamily="34" charset="0"/>
              <a:buChar char="•"/>
              <a:defRPr sz="1800">
                <a:solidFill>
                  <a:schemeClr val="bg1"/>
                </a:solidFill>
              </a:defRPr>
            </a:lvl2pPr>
            <a:lvl3pPr marL="1200150" indent="-285750">
              <a:lnSpc>
                <a:spcPct val="100000"/>
              </a:lnSpc>
              <a:spcBef>
                <a:spcPts val="0"/>
              </a:spcBef>
              <a:spcAft>
                <a:spcPts val="1200"/>
              </a:spcAft>
              <a:buFont typeface="Arial" panose="020B0604020202020204" pitchFamily="34" charset="0"/>
              <a:buChar char="•"/>
              <a:defRPr sz="1600">
                <a:solidFill>
                  <a:schemeClr val="bg1"/>
                </a:solidFill>
              </a:defRPr>
            </a:lvl3pPr>
            <a:lvl4pPr marL="1657350" indent="-285750">
              <a:lnSpc>
                <a:spcPct val="100000"/>
              </a:lnSpc>
              <a:spcBef>
                <a:spcPts val="0"/>
              </a:spcBef>
              <a:spcAft>
                <a:spcPts val="1200"/>
              </a:spcAft>
              <a:buFont typeface="Arial" panose="020B0604020202020204" pitchFamily="34" charset="0"/>
              <a:buChar char="•"/>
              <a:defRPr sz="1400">
                <a:solidFill>
                  <a:schemeClr val="bg1"/>
                </a:solidFill>
              </a:defRPr>
            </a:lvl4pPr>
            <a:lvl5pPr marL="2114550" indent="-285750">
              <a:lnSpc>
                <a:spcPct val="100000"/>
              </a:lnSpc>
              <a:spcBef>
                <a:spcPts val="0"/>
              </a:spcBef>
              <a:spcAft>
                <a:spcPts val="1200"/>
              </a:spcAft>
              <a:buFont typeface="Arial" panose="020B0604020202020204" pitchFamily="34" charset="0"/>
              <a:buChar char="•"/>
              <a:defRPr sz="1400">
                <a:solidFill>
                  <a:schemeClr val="bg1"/>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6437483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B82F216-62F1-7E0B-63FD-51C27CDAA1B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E61F31D-B959-2AD8-9208-FF08B574DB4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F32C8C7-5C6C-400B-AEC0-4D8178161B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900" b="0" cap="all" spc="150" baseline="0">
                <a:solidFill>
                  <a:schemeClr val="bg2">
                    <a:lumMod val="50000"/>
                  </a:schemeClr>
                </a:solidFill>
                <a:latin typeface="Univers Light" panose="020B0403020202020204" pitchFamily="34" charset="0"/>
              </a:defRPr>
            </a:lvl1pPr>
          </a:lstStyle>
          <a:p>
            <a:endParaRPr lang="en-US" dirty="0"/>
          </a:p>
        </p:txBody>
      </p:sp>
      <p:sp>
        <p:nvSpPr>
          <p:cNvPr id="5" name="Footer Placeholder 4">
            <a:extLst>
              <a:ext uri="{FF2B5EF4-FFF2-40B4-BE49-F238E27FC236}">
                <a16:creationId xmlns:a16="http://schemas.microsoft.com/office/drawing/2014/main" id="{4B7105D6-7B52-4B7D-9473-BCD571A93A0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900" b="0" cap="all" spc="150" baseline="0">
                <a:solidFill>
                  <a:schemeClr val="bg2">
                    <a:lumMod val="50000"/>
                  </a:schemeClr>
                </a:solidFill>
                <a:latin typeface="Univers Light" panose="020B0403020202020204" pitchFamily="34" charset="0"/>
              </a:defRPr>
            </a:lvl1pPr>
          </a:lstStyle>
          <a:p>
            <a:endParaRPr lang="en-US" dirty="0"/>
          </a:p>
        </p:txBody>
      </p:sp>
      <p:sp>
        <p:nvSpPr>
          <p:cNvPr id="6" name="Slide Number Placeholder 5">
            <a:extLst>
              <a:ext uri="{FF2B5EF4-FFF2-40B4-BE49-F238E27FC236}">
                <a16:creationId xmlns:a16="http://schemas.microsoft.com/office/drawing/2014/main" id="{B13EAA0A-7090-4FA3-AD1C-CD4570404021}"/>
              </a:ext>
            </a:extLst>
          </p:cNvPr>
          <p:cNvSpPr>
            <a:spLocks noGrp="1"/>
          </p:cNvSpPr>
          <p:nvPr>
            <p:ph type="sldNum" sz="quarter" idx="4"/>
          </p:nvPr>
        </p:nvSpPr>
        <p:spPr>
          <a:xfrm>
            <a:off x="412136" y="5943601"/>
            <a:ext cx="968983" cy="651912"/>
          </a:xfrm>
          <a:prstGeom prst="rect">
            <a:avLst/>
          </a:prstGeom>
        </p:spPr>
        <p:txBody>
          <a:bodyPr vert="horz" lIns="91440" tIns="45720" rIns="91440" bIns="45720" rtlCol="0" anchor="ctr"/>
          <a:lstStyle>
            <a:lvl1pPr algn="ctr">
              <a:defRPr sz="1200" b="1" spc="150" baseline="0">
                <a:solidFill>
                  <a:schemeClr val="tx1"/>
                </a:solidFill>
                <a:latin typeface="+mn-lt"/>
              </a:defRPr>
            </a:lvl1pPr>
          </a:lstStyle>
          <a:p>
            <a:fld id="{18D65601-5AE2-46FC-B138-694DDD2B510D}" type="slidenum">
              <a:rPr lang="en-US" smtClean="0"/>
              <a:pPr/>
              <a:t>‹#›</a:t>
            </a:fld>
            <a:endParaRPr lang="en-US" dirty="0"/>
          </a:p>
        </p:txBody>
      </p:sp>
    </p:spTree>
    <p:extLst>
      <p:ext uri="{BB962C8B-B14F-4D97-AF65-F5344CB8AC3E}">
        <p14:creationId xmlns:p14="http://schemas.microsoft.com/office/powerpoint/2010/main" val="737433849"/>
      </p:ext>
    </p:extLst>
  </p:cSld>
  <p:clrMap bg1="lt1" tx1="dk1" bg2="lt2" tx2="dk2" accent1="accent1" accent2="accent2" accent3="accent3" accent4="accent4" accent5="accent5" accent6="accent6" hlink="hlink" folHlink="folHlink"/>
  <p:sldLayoutIdLst>
    <p:sldLayoutId id="2147483694" r:id="rId1"/>
    <p:sldLayoutId id="2147483693" r:id="rId2"/>
    <p:sldLayoutId id="2147483692" r:id="rId3"/>
    <p:sldLayoutId id="2147483691" r:id="rId4"/>
    <p:sldLayoutId id="2147483690" r:id="rId5"/>
    <p:sldLayoutId id="2147483689" r:id="rId6"/>
    <p:sldLayoutId id="2147483688" r:id="rId7"/>
    <p:sldLayoutId id="2147483687" r:id="rId8"/>
    <p:sldLayoutId id="2147483686" r:id="rId9"/>
    <p:sldLayoutId id="2147483685" r:id="rId10"/>
    <p:sldLayoutId id="2147483684" r:id="rId11"/>
    <p:sldLayoutId id="2147483682" r:id="rId12"/>
    <p:sldLayoutId id="2147483681"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post.blackboard.com/webapps/blackboard/content/listContent.jsp?course_id=_137706_1&amp;content_id=_9500057_1&amp;mode=reset" TargetMode="External"/><Relationship Id="rId2" Type="http://schemas.openxmlformats.org/officeDocument/2006/relationships/hyperlink" Target="https://post.blackboard.com/webapps/blackboard/content/launchLink.jsp?course_id=_137706_1&amp;content_id=_9500091_1&amp;mode=view"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454C9E-20FB-B999-9303-C71D1334BAD7}"/>
              </a:ext>
            </a:extLst>
          </p:cNvPr>
          <p:cNvSpPr>
            <a:spLocks noGrp="1"/>
          </p:cNvSpPr>
          <p:nvPr>
            <p:ph type="title"/>
          </p:nvPr>
        </p:nvSpPr>
        <p:spPr>
          <a:xfrm>
            <a:off x="1317615" y="690511"/>
            <a:ext cx="9738312" cy="5253089"/>
          </a:xfrm>
        </p:spPr>
        <p:txBody>
          <a:bodyPr>
            <a:normAutofit/>
          </a:bodyPr>
          <a:lstStyle/>
          <a:p>
            <a:pPr algn="l">
              <a:buNone/>
            </a:pPr>
            <a:r>
              <a:rPr lang="en-US" b="1" i="0" u="sng" strike="noStrike" dirty="0">
                <a:effectLst/>
                <a:latin typeface="inherit"/>
                <a:hlinkClick r:id="rId2">
                  <a:extLst>
                    <a:ext uri="{A12FA001-AC4F-418D-AE19-62706E023703}">
                      <ahyp:hlinkClr xmlns:ahyp="http://schemas.microsoft.com/office/drawing/2018/hyperlinkcolor" val="tx"/>
                    </a:ext>
                  </a:extLst>
                </a:hlinkClick>
              </a:rPr>
              <a:t>Strategies for Customer Acquisition and Retention</a:t>
            </a:r>
            <a:br>
              <a:rPr lang="en-US" b="1" i="0" dirty="0">
                <a:effectLst/>
                <a:latin typeface="Open Sans" panose="020B0606030504020204" pitchFamily="34" charset="0"/>
              </a:rPr>
            </a:br>
            <a:br>
              <a:rPr lang="en-US" b="0" i="0" u="none" strike="noStrike" dirty="0">
                <a:effectLst/>
                <a:latin typeface="Open Sans" panose="020B0606030504020204" pitchFamily="34" charset="0"/>
                <a:hlinkClick r:id="rId3" tooltip="Alternative formats">
                  <a:extLst>
                    <a:ext uri="{A12FA001-AC4F-418D-AE19-62706E023703}">
                      <ahyp:hlinkClr xmlns:ahyp="http://schemas.microsoft.com/office/drawing/2018/hyperlinkcolor" val="tx"/>
                    </a:ext>
                  </a:extLst>
                </a:hlinkClick>
              </a:rPr>
            </a:br>
            <a:br>
              <a:rPr lang="en-US" b="1" i="0" dirty="0">
                <a:solidFill>
                  <a:srgbClr val="000000"/>
                </a:solidFill>
                <a:effectLst/>
                <a:latin typeface="Open Sans" panose="020B0606030504020204" pitchFamily="34" charset="0"/>
              </a:rPr>
            </a:br>
            <a:br>
              <a:rPr lang="en-US" dirty="0"/>
            </a:br>
            <a:r>
              <a:rPr lang="en-US" dirty="0"/>
              <a:t>Unit 2 Discussion</a:t>
            </a:r>
          </a:p>
        </p:txBody>
      </p:sp>
    </p:spTree>
    <p:extLst>
      <p:ext uri="{BB962C8B-B14F-4D97-AF65-F5344CB8AC3E}">
        <p14:creationId xmlns:p14="http://schemas.microsoft.com/office/powerpoint/2010/main" val="33788224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1" name="Title 1">
            <a:extLst>
              <a:ext uri="{FF2B5EF4-FFF2-40B4-BE49-F238E27FC236}">
                <a16:creationId xmlns:a16="http://schemas.microsoft.com/office/drawing/2014/main" id="{299EA544-BD98-BEE6-3983-CE9B342ABBC5}"/>
              </a:ext>
            </a:extLst>
          </p:cNvPr>
          <p:cNvSpPr>
            <a:spLocks noGrp="1"/>
          </p:cNvSpPr>
          <p:nvPr>
            <p:ph type="title"/>
          </p:nvPr>
        </p:nvSpPr>
        <p:spPr>
          <a:xfrm>
            <a:off x="1468814" y="503852"/>
            <a:ext cx="9808773" cy="1427585"/>
          </a:xfrm>
        </p:spPr>
        <p:txBody>
          <a:bodyPr/>
          <a:lstStyle/>
          <a:p>
            <a:endParaRPr lang="en-US"/>
          </a:p>
        </p:txBody>
      </p:sp>
      <p:pic>
        <p:nvPicPr>
          <p:cNvPr id="1026" name="Picture 2" descr="How To Do Prospecting In Sales: 15 Proven Techniques | Alore">
            <a:extLst>
              <a:ext uri="{FF2B5EF4-FFF2-40B4-BE49-F238E27FC236}">
                <a16:creationId xmlns:a16="http://schemas.microsoft.com/office/drawing/2014/main" id="{DA4639F1-6438-C585-2711-03D1E8CDA5F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26450" r="16205" b="-2"/>
          <a:stretch/>
        </p:blipFill>
        <p:spPr bwMode="auto">
          <a:xfrm>
            <a:off x="1503363" y="2061969"/>
            <a:ext cx="4592637" cy="4805362"/>
          </a:xfrm>
          <a:prstGeom prst="rect">
            <a:avLst/>
          </a:prstGeom>
          <a:solidFill>
            <a:srgbClr val="FFFFFF"/>
          </a:solid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02BA04E6-CD61-B962-4287-DEC1993C32D6}"/>
              </a:ext>
            </a:extLst>
          </p:cNvPr>
          <p:cNvSpPr>
            <a:spLocks noGrp="1"/>
          </p:cNvSpPr>
          <p:nvPr>
            <p:ph sz="quarter" idx="11"/>
          </p:nvPr>
        </p:nvSpPr>
        <p:spPr>
          <a:xfrm>
            <a:off x="6787262" y="2052736"/>
            <a:ext cx="4490320" cy="4800598"/>
          </a:xfrm>
        </p:spPr>
        <p:txBody>
          <a:bodyPr>
            <a:normAutofit/>
          </a:bodyPr>
          <a:lstStyle/>
          <a:p>
            <a:r>
              <a:rPr lang="en-US">
                <a:effectLst/>
              </a:rPr>
              <a:t>Organizations employ a variety of strategies to prospect for new customers</a:t>
            </a:r>
            <a:endParaRPr lang="en-US" dirty="0"/>
          </a:p>
        </p:txBody>
      </p:sp>
      <p:sp>
        <p:nvSpPr>
          <p:cNvPr id="4" name="Slide Number Placeholder 3">
            <a:extLst>
              <a:ext uri="{FF2B5EF4-FFF2-40B4-BE49-F238E27FC236}">
                <a16:creationId xmlns:a16="http://schemas.microsoft.com/office/drawing/2014/main" id="{2CD4601E-33F5-5714-867D-A0B584DA7C11}"/>
              </a:ext>
            </a:extLst>
          </p:cNvPr>
          <p:cNvSpPr>
            <a:spLocks noGrp="1"/>
          </p:cNvSpPr>
          <p:nvPr>
            <p:ph type="sldNum" sz="quarter" idx="15"/>
          </p:nvPr>
        </p:nvSpPr>
        <p:spPr>
          <a:xfrm>
            <a:off x="412136" y="5943601"/>
            <a:ext cx="968983" cy="651912"/>
          </a:xfrm>
        </p:spPr>
        <p:txBody>
          <a:bodyPr anchor="ctr">
            <a:normAutofit/>
          </a:bodyPr>
          <a:lstStyle/>
          <a:p>
            <a:pPr>
              <a:spcAft>
                <a:spcPts val="600"/>
              </a:spcAft>
            </a:pPr>
            <a:fld id="{18D65601-5AE2-46FC-B138-694DDD2B510D}" type="slidenum">
              <a:rPr lang="en-US" smtClean="0"/>
              <a:pPr>
                <a:spcAft>
                  <a:spcPts val="600"/>
                </a:spcAft>
              </a:pPr>
              <a:t>2</a:t>
            </a:fld>
            <a:endParaRPr lang="en-US"/>
          </a:p>
        </p:txBody>
      </p:sp>
    </p:spTree>
    <p:extLst>
      <p:ext uri="{BB962C8B-B14F-4D97-AF65-F5344CB8AC3E}">
        <p14:creationId xmlns:p14="http://schemas.microsoft.com/office/powerpoint/2010/main" val="16074552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9D0E47E-D228-15EB-5886-33E9AA181D03}"/>
              </a:ext>
            </a:extLst>
          </p:cNvPr>
          <p:cNvSpPr>
            <a:spLocks noGrp="1"/>
          </p:cNvSpPr>
          <p:nvPr>
            <p:ph type="title"/>
          </p:nvPr>
        </p:nvSpPr>
        <p:spPr>
          <a:xfrm>
            <a:off x="1455583" y="737115"/>
            <a:ext cx="4640418" cy="5407091"/>
          </a:xfrm>
        </p:spPr>
        <p:txBody>
          <a:bodyPr anchor="ctr">
            <a:normAutofit/>
          </a:bodyPr>
          <a:lstStyle/>
          <a:p>
            <a:r>
              <a:rPr lang="en-US" sz="3300">
                <a:effectLst/>
              </a:rPr>
              <a:t>One common approach is content marketing, where valuable and relevant content, such as blog posts, videos, and webinars, is created to attract potential customers to their website or social media platforms. </a:t>
            </a:r>
            <a:endParaRPr lang="en-US" sz="3300"/>
          </a:p>
        </p:txBody>
      </p:sp>
      <p:pic>
        <p:nvPicPr>
          <p:cNvPr id="2050" name="Picture 2" descr="What is Content Marketing? Definition, Importance, Types &amp; Example |  Marketing Overview | MBA Skool">
            <a:extLst>
              <a:ext uri="{FF2B5EF4-FFF2-40B4-BE49-F238E27FC236}">
                <a16:creationId xmlns:a16="http://schemas.microsoft.com/office/drawing/2014/main" id="{CDAF61A3-58DF-5397-70D8-1DC92DB2853F}"/>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388461" y="1198992"/>
            <a:ext cx="4449712" cy="4483337"/>
          </a:xfrm>
          <a:prstGeom prst="rect">
            <a:avLst/>
          </a:prstGeom>
          <a:solidFill>
            <a:srgbClr val="FFFFFF"/>
          </a:solidFill>
          <a:extLst>
            <a:ext uri="{909E8E84-426E-40DD-AFC4-6F175D3DCCD1}">
              <a14:hiddenFill xmlns:a14="http://schemas.microsoft.com/office/drawing/2010/main">
                <a:solidFill>
                  <a:srgbClr val="FFFFFF"/>
                </a:solidFill>
              </a14:hiddenFill>
            </a:ext>
          </a:extLst>
        </p:spPr>
      </p:pic>
      <p:sp>
        <p:nvSpPr>
          <p:cNvPr id="2055" name="Slide Number Placeholder 3">
            <a:extLst>
              <a:ext uri="{FF2B5EF4-FFF2-40B4-BE49-F238E27FC236}">
                <a16:creationId xmlns:a16="http://schemas.microsoft.com/office/drawing/2014/main" id="{97857E9C-6E92-E1E4-8FEC-B2A98207CC13}"/>
              </a:ext>
            </a:extLst>
          </p:cNvPr>
          <p:cNvSpPr>
            <a:spLocks noGrp="1"/>
          </p:cNvSpPr>
          <p:nvPr>
            <p:ph type="sldNum" sz="quarter" idx="15"/>
          </p:nvPr>
        </p:nvSpPr>
        <p:spPr>
          <a:xfrm>
            <a:off x="412136" y="5943601"/>
            <a:ext cx="968983" cy="651912"/>
          </a:xfrm>
        </p:spPr>
        <p:txBody>
          <a:bodyPr/>
          <a:lstStyle/>
          <a:p>
            <a:pPr>
              <a:spcAft>
                <a:spcPts val="600"/>
              </a:spcAft>
            </a:pPr>
            <a:fld id="{18D65601-5AE2-46FC-B138-694DDD2B510D}" type="slidenum">
              <a:rPr lang="en-US" smtClean="0"/>
              <a:pPr>
                <a:spcAft>
                  <a:spcPts val="600"/>
                </a:spcAft>
              </a:pPr>
              <a:t>3</a:t>
            </a:fld>
            <a:endParaRPr lang="en-US"/>
          </a:p>
        </p:txBody>
      </p:sp>
    </p:spTree>
    <p:extLst>
      <p:ext uri="{BB962C8B-B14F-4D97-AF65-F5344CB8AC3E}">
        <p14:creationId xmlns:p14="http://schemas.microsoft.com/office/powerpoint/2010/main" val="37521184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DD542008-8017-76E5-ABC0-32401068875D}"/>
              </a:ext>
            </a:extLst>
          </p:cNvPr>
          <p:cNvSpPr>
            <a:spLocks noGrp="1"/>
          </p:cNvSpPr>
          <p:nvPr>
            <p:ph type="title"/>
          </p:nvPr>
        </p:nvSpPr>
        <p:spPr>
          <a:xfrm>
            <a:off x="1455583" y="737115"/>
            <a:ext cx="4640418" cy="5407091"/>
          </a:xfrm>
        </p:spPr>
        <p:txBody>
          <a:bodyPr anchor="ctr">
            <a:normAutofit/>
          </a:bodyPr>
          <a:lstStyle/>
          <a:p>
            <a:r>
              <a:rPr lang="en-US">
                <a:effectLst/>
              </a:rPr>
              <a:t>Another strategy is targeted advertising, using online platforms like Google Ads or social media advertising to reach specific demographics or industries.</a:t>
            </a:r>
            <a:endParaRPr lang="en-US" dirty="0"/>
          </a:p>
        </p:txBody>
      </p:sp>
      <p:pic>
        <p:nvPicPr>
          <p:cNvPr id="3074" name="Picture 2" descr="Google Advertising: A Complete Guide for All">
            <a:extLst>
              <a:ext uri="{FF2B5EF4-FFF2-40B4-BE49-F238E27FC236}">
                <a16:creationId xmlns:a16="http://schemas.microsoft.com/office/drawing/2014/main" id="{CC37AD55-1AB9-5F6C-FA0E-9FE5DA411F69}"/>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388461" y="1983380"/>
            <a:ext cx="4449712" cy="2914560"/>
          </a:xfrm>
          <a:prstGeom prst="rect">
            <a:avLst/>
          </a:prstGeom>
          <a:solidFill>
            <a:srgbClr val="FFFFFF"/>
          </a:solidFill>
          <a:extLst>
            <a:ext uri="{909E8E84-426E-40DD-AFC4-6F175D3DCCD1}">
              <a14:hiddenFill xmlns:a14="http://schemas.microsoft.com/office/drawing/2010/main">
                <a:solidFill>
                  <a:srgbClr val="FFFFFF"/>
                </a:solidFill>
              </a14:hiddenFill>
            </a:ext>
          </a:extLst>
        </p:spPr>
      </p:pic>
      <p:sp>
        <p:nvSpPr>
          <p:cNvPr id="3079" name="Slide Number Placeholder 3">
            <a:extLst>
              <a:ext uri="{FF2B5EF4-FFF2-40B4-BE49-F238E27FC236}">
                <a16:creationId xmlns:a16="http://schemas.microsoft.com/office/drawing/2014/main" id="{36D34AD7-C257-A9E4-3F90-36DEAD39CDF0}"/>
              </a:ext>
            </a:extLst>
          </p:cNvPr>
          <p:cNvSpPr>
            <a:spLocks noGrp="1"/>
          </p:cNvSpPr>
          <p:nvPr>
            <p:ph type="sldNum" sz="quarter" idx="15"/>
          </p:nvPr>
        </p:nvSpPr>
        <p:spPr>
          <a:xfrm>
            <a:off x="412136" y="5943601"/>
            <a:ext cx="968983" cy="651912"/>
          </a:xfrm>
        </p:spPr>
        <p:txBody>
          <a:bodyPr/>
          <a:lstStyle/>
          <a:p>
            <a:pPr>
              <a:spcAft>
                <a:spcPts val="600"/>
              </a:spcAft>
            </a:pPr>
            <a:fld id="{18D65601-5AE2-46FC-B138-694DDD2B510D}" type="slidenum">
              <a:rPr lang="en-US" smtClean="0"/>
              <a:pPr>
                <a:spcAft>
                  <a:spcPts val="600"/>
                </a:spcAft>
              </a:pPr>
              <a:t>4</a:t>
            </a:fld>
            <a:endParaRPr lang="en-US"/>
          </a:p>
        </p:txBody>
      </p:sp>
    </p:spTree>
    <p:extLst>
      <p:ext uri="{BB962C8B-B14F-4D97-AF65-F5344CB8AC3E}">
        <p14:creationId xmlns:p14="http://schemas.microsoft.com/office/powerpoint/2010/main" val="34216806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The Best Cold Calling Scripts For Advisors (2025)">
            <a:extLst>
              <a:ext uri="{FF2B5EF4-FFF2-40B4-BE49-F238E27FC236}">
                <a16:creationId xmlns:a16="http://schemas.microsoft.com/office/drawing/2014/main" id="{61A4C835-3056-CF51-B77A-4324F78ED71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5293" b="35082"/>
          <a:stretch/>
        </p:blipFill>
        <p:spPr bwMode="auto">
          <a:xfrm>
            <a:off x="915600" y="10"/>
            <a:ext cx="10361995" cy="3428990"/>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1EBEE570-1B5E-FFD1-485D-D77E4E6FE7C0}"/>
              </a:ext>
            </a:extLst>
          </p:cNvPr>
          <p:cNvSpPr>
            <a:spLocks noGrp="1"/>
          </p:cNvSpPr>
          <p:nvPr>
            <p:ph type="body" sz="quarter" idx="12"/>
          </p:nvPr>
        </p:nvSpPr>
        <p:spPr>
          <a:xfrm>
            <a:off x="1353828" y="5228488"/>
            <a:ext cx="9923770" cy="1368256"/>
          </a:xfrm>
        </p:spPr>
        <p:txBody>
          <a:bodyPr anchor="t">
            <a:normAutofit/>
          </a:bodyPr>
          <a:lstStyle/>
          <a:p>
            <a:pPr marL="0" indent="0">
              <a:spcAft>
                <a:spcPts val="600"/>
              </a:spcAft>
              <a:buNone/>
            </a:pPr>
            <a:r>
              <a:rPr lang="en-US" dirty="0"/>
              <a:t>Make eye contact with your audience to create a sense of intimacy and </a:t>
            </a:r>
            <a:r>
              <a:rPr lang="en-US" dirty="0">
                <a:effectLst/>
              </a:rPr>
              <a:t>Sales teams also engage in direct prospecting through cold calling, email outreach, and attending industry events. </a:t>
            </a:r>
            <a:endParaRPr lang="en-US" dirty="0"/>
          </a:p>
        </p:txBody>
      </p:sp>
      <p:sp>
        <p:nvSpPr>
          <p:cNvPr id="4" name="Slide Number Placeholder 3" hidden="1">
            <a:extLst>
              <a:ext uri="{FF2B5EF4-FFF2-40B4-BE49-F238E27FC236}">
                <a16:creationId xmlns:a16="http://schemas.microsoft.com/office/drawing/2014/main" id="{527C964F-E2D5-D8E7-C513-C47A7E409DF3}"/>
              </a:ext>
            </a:extLst>
          </p:cNvPr>
          <p:cNvSpPr>
            <a:spLocks noGrp="1"/>
          </p:cNvSpPr>
          <p:nvPr>
            <p:ph type="sldNum" sz="quarter" idx="4294967295"/>
          </p:nvPr>
        </p:nvSpPr>
        <p:spPr>
          <a:xfrm>
            <a:off x="412136" y="5943601"/>
            <a:ext cx="968983" cy="651912"/>
          </a:xfrm>
        </p:spPr>
        <p:txBody>
          <a:bodyPr anchor="ctr">
            <a:normAutofit/>
          </a:bodyPr>
          <a:lstStyle/>
          <a:p>
            <a:pPr>
              <a:spcAft>
                <a:spcPts val="600"/>
              </a:spcAft>
            </a:pPr>
            <a:fld id="{18D65601-5AE2-46FC-B138-694DDD2B510D}" type="slidenum">
              <a:rPr lang="en-US" smtClean="0"/>
              <a:pPr>
                <a:spcAft>
                  <a:spcPts val="600"/>
                </a:spcAft>
              </a:pPr>
              <a:t>5</a:t>
            </a:fld>
            <a:endParaRPr lang="en-US"/>
          </a:p>
        </p:txBody>
      </p:sp>
      <p:sp>
        <p:nvSpPr>
          <p:cNvPr id="6" name="Title 5">
            <a:extLst>
              <a:ext uri="{FF2B5EF4-FFF2-40B4-BE49-F238E27FC236}">
                <a16:creationId xmlns:a16="http://schemas.microsoft.com/office/drawing/2014/main" id="{3E263EE1-7C68-54A5-1D3D-60E15CDCDFF2}"/>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29061523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392C90C5-5198-C255-02F9-1608AA49E088}"/>
              </a:ext>
            </a:extLst>
          </p:cNvPr>
          <p:cNvSpPr>
            <a:spLocks noGrp="1"/>
          </p:cNvSpPr>
          <p:nvPr>
            <p:ph type="title"/>
          </p:nvPr>
        </p:nvSpPr>
        <p:spPr>
          <a:xfrm>
            <a:off x="1468815" y="503852"/>
            <a:ext cx="9150675" cy="1427585"/>
          </a:xfrm>
        </p:spPr>
        <p:txBody>
          <a:bodyPr anchor="ctr">
            <a:normAutofit/>
          </a:bodyPr>
          <a:lstStyle/>
          <a:p>
            <a:r>
              <a:rPr lang="en-US" sz="3100">
                <a:effectLst/>
              </a:rPr>
              <a:t>Networking and referrals are also powerful tools, leveraging existing relationships to generate new leads. </a:t>
            </a:r>
            <a:endParaRPr lang="en-US" sz="3100"/>
          </a:p>
        </p:txBody>
      </p:sp>
      <p:pic>
        <p:nvPicPr>
          <p:cNvPr id="5122" name="Picture 2" descr="Professional Referral Network ...">
            <a:extLst>
              <a:ext uri="{FF2B5EF4-FFF2-40B4-BE49-F238E27FC236}">
                <a16:creationId xmlns:a16="http://schemas.microsoft.com/office/drawing/2014/main" id="{F8AA15F1-B8E2-6429-58E1-4A666F532B49}"/>
              </a:ext>
            </a:extLst>
          </p:cNvPr>
          <p:cNvPicPr>
            <a:picLocks noGrp="1" noChangeAspect="1" noChangeArrowheads="1"/>
          </p:cNvPicPr>
          <p:nvPr>
            <p:ph sz="quarter" idx="12"/>
          </p:nvPr>
        </p:nvPicPr>
        <p:blipFill>
          <a:blip r:embed="rId2">
            <a:extLst>
              <a:ext uri="{28A0092B-C50C-407E-A947-70E740481C1C}">
                <a14:useLocalDpi xmlns:a14="http://schemas.microsoft.com/office/drawing/2010/main" val="0"/>
              </a:ext>
            </a:extLst>
          </a:blip>
          <a:stretch/>
        </p:blipFill>
        <p:spPr bwMode="auto">
          <a:xfrm>
            <a:off x="1461585" y="2108722"/>
            <a:ext cx="8529400" cy="4119463"/>
          </a:xfrm>
          <a:prstGeom prst="rect">
            <a:avLst/>
          </a:prstGeom>
          <a:noFill/>
          <a:extLst>
            <a:ext uri="{909E8E84-426E-40DD-AFC4-6F175D3DCCD1}">
              <a14:hiddenFill xmlns:a14="http://schemas.microsoft.com/office/drawing/2010/main">
                <a:solidFill>
                  <a:srgbClr val="FFFFFF"/>
                </a:solidFill>
              </a14:hiddenFill>
            </a:ext>
          </a:extLst>
        </p:spPr>
      </p:pic>
      <p:sp>
        <p:nvSpPr>
          <p:cNvPr id="5" name="Slide Number Placeholder 4">
            <a:extLst>
              <a:ext uri="{FF2B5EF4-FFF2-40B4-BE49-F238E27FC236}">
                <a16:creationId xmlns:a16="http://schemas.microsoft.com/office/drawing/2014/main" id="{A34518A5-1C9D-79F3-349C-3E7AAFD98951}"/>
              </a:ext>
            </a:extLst>
          </p:cNvPr>
          <p:cNvSpPr>
            <a:spLocks noGrp="1"/>
          </p:cNvSpPr>
          <p:nvPr>
            <p:ph type="sldNum" sz="quarter" idx="15"/>
          </p:nvPr>
        </p:nvSpPr>
        <p:spPr>
          <a:xfrm>
            <a:off x="412136" y="5943601"/>
            <a:ext cx="968983" cy="651912"/>
          </a:xfrm>
        </p:spPr>
        <p:txBody>
          <a:bodyPr anchor="ctr">
            <a:normAutofit/>
          </a:bodyPr>
          <a:lstStyle/>
          <a:p>
            <a:pPr>
              <a:spcAft>
                <a:spcPts val="600"/>
              </a:spcAft>
            </a:pPr>
            <a:fld id="{18D65601-5AE2-46FC-B138-694DDD2B510D}" type="slidenum">
              <a:rPr lang="en-US" smtClean="0"/>
              <a:pPr>
                <a:spcAft>
                  <a:spcPts val="600"/>
                </a:spcAft>
              </a:pPr>
              <a:t>6</a:t>
            </a:fld>
            <a:endParaRPr lang="en-US"/>
          </a:p>
        </p:txBody>
      </p:sp>
    </p:spTree>
    <p:extLst>
      <p:ext uri="{BB962C8B-B14F-4D97-AF65-F5344CB8AC3E}">
        <p14:creationId xmlns:p14="http://schemas.microsoft.com/office/powerpoint/2010/main" val="5543824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685D951B-D6C0-AB0A-0FFD-23670BE643EE}"/>
              </a:ext>
            </a:extLst>
          </p:cNvPr>
          <p:cNvSpPr>
            <a:spLocks noGrp="1"/>
          </p:cNvSpPr>
          <p:nvPr>
            <p:ph type="title"/>
          </p:nvPr>
        </p:nvSpPr>
        <p:spPr>
          <a:xfrm>
            <a:off x="1468815" y="503852"/>
            <a:ext cx="9150675" cy="1427585"/>
          </a:xfrm>
        </p:spPr>
        <p:txBody>
          <a:bodyPr anchor="ctr">
            <a:normAutofit/>
          </a:bodyPr>
          <a:lstStyle/>
          <a:p>
            <a:pPr marL="0" marR="0" indent="0">
              <a:buNone/>
            </a:pPr>
            <a:r>
              <a:rPr lang="en-US" sz="3100">
                <a:effectLst/>
              </a:rPr>
              <a:t>Additionally, organizations may offer free trials or demos to entice potential customers to experience their products or services firsthand.   </a:t>
            </a:r>
          </a:p>
        </p:txBody>
      </p:sp>
      <p:pic>
        <p:nvPicPr>
          <p:cNvPr id="6146" name="Picture 2" descr="Free Trial vs Demo: What to Offer for Your B2B SaaS?">
            <a:extLst>
              <a:ext uri="{FF2B5EF4-FFF2-40B4-BE49-F238E27FC236}">
                <a16:creationId xmlns:a16="http://schemas.microsoft.com/office/drawing/2014/main" id="{0270461C-A150-FD47-DACF-9CC916B46AC0}"/>
              </a:ext>
            </a:extLst>
          </p:cNvPr>
          <p:cNvPicPr>
            <a:picLocks noGrp="1" noChangeAspect="1" noChangeArrowheads="1"/>
          </p:cNvPicPr>
          <p:nvPr>
            <p:ph sz="quarter" idx="12"/>
          </p:nvPr>
        </p:nvPicPr>
        <p:blipFill>
          <a:blip r:embed="rId2">
            <a:extLst>
              <a:ext uri="{28A0092B-C50C-407E-A947-70E740481C1C}">
                <a14:useLocalDpi xmlns:a14="http://schemas.microsoft.com/office/drawing/2010/main" val="0"/>
              </a:ext>
            </a:extLst>
          </a:blip>
          <a:stretch>
            <a:fillRect/>
          </a:stretch>
        </p:blipFill>
        <p:spPr bwMode="auto">
          <a:xfrm>
            <a:off x="2064540" y="2108722"/>
            <a:ext cx="7323490" cy="4119463"/>
          </a:xfrm>
          <a:prstGeom prst="rect">
            <a:avLst/>
          </a:prstGeom>
          <a:solidFill>
            <a:srgbClr val="FFFFFF"/>
          </a:solidFill>
          <a:extLst>
            <a:ext uri="{909E8E84-426E-40DD-AFC4-6F175D3DCCD1}">
              <a14:hiddenFill xmlns:a14="http://schemas.microsoft.com/office/drawing/2010/main">
                <a:solidFill>
                  <a:srgbClr val="FFFFFF"/>
                </a:solidFill>
              </a14:hiddenFill>
            </a:ext>
          </a:extLst>
        </p:spPr>
      </p:pic>
      <p:sp>
        <p:nvSpPr>
          <p:cNvPr id="5" name="Slide Number Placeholder 4">
            <a:extLst>
              <a:ext uri="{FF2B5EF4-FFF2-40B4-BE49-F238E27FC236}">
                <a16:creationId xmlns:a16="http://schemas.microsoft.com/office/drawing/2014/main" id="{25756543-DA8C-CEE2-0E13-19DE61C1349B}"/>
              </a:ext>
            </a:extLst>
          </p:cNvPr>
          <p:cNvSpPr>
            <a:spLocks noGrp="1"/>
          </p:cNvSpPr>
          <p:nvPr>
            <p:ph type="sldNum" sz="quarter" idx="15"/>
          </p:nvPr>
        </p:nvSpPr>
        <p:spPr>
          <a:xfrm>
            <a:off x="412136" y="5943601"/>
            <a:ext cx="968983" cy="651912"/>
          </a:xfrm>
        </p:spPr>
        <p:txBody>
          <a:bodyPr anchor="ctr">
            <a:normAutofit/>
          </a:bodyPr>
          <a:lstStyle/>
          <a:p>
            <a:pPr>
              <a:spcAft>
                <a:spcPts val="600"/>
              </a:spcAft>
            </a:pPr>
            <a:fld id="{18D65601-5AE2-46FC-B138-694DDD2B510D}" type="slidenum">
              <a:rPr lang="en-US" smtClean="0"/>
              <a:pPr>
                <a:spcAft>
                  <a:spcPts val="600"/>
                </a:spcAft>
              </a:pPr>
              <a:t>7</a:t>
            </a:fld>
            <a:endParaRPr lang="en-US"/>
          </a:p>
        </p:txBody>
      </p:sp>
    </p:spTree>
    <p:extLst>
      <p:ext uri="{BB962C8B-B14F-4D97-AF65-F5344CB8AC3E}">
        <p14:creationId xmlns:p14="http://schemas.microsoft.com/office/powerpoint/2010/main" val="23020101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3B3004F-891E-E0B4-FC2D-A5949EC33A3D}"/>
              </a:ext>
            </a:extLst>
          </p:cNvPr>
          <p:cNvSpPr>
            <a:spLocks noGrp="1"/>
          </p:cNvSpPr>
          <p:nvPr>
            <p:ph type="title"/>
          </p:nvPr>
        </p:nvSpPr>
        <p:spPr>
          <a:xfrm>
            <a:off x="1455583" y="737115"/>
            <a:ext cx="4640418" cy="5407091"/>
          </a:xfrm>
        </p:spPr>
        <p:txBody>
          <a:bodyPr anchor="ctr">
            <a:normAutofit/>
          </a:bodyPr>
          <a:lstStyle/>
          <a:p>
            <a:pPr marL="228600" marR="0"/>
            <a:r>
              <a:rPr lang="en-US" sz="2800">
                <a:effectLst/>
              </a:rPr>
              <a:t>CRMs and Business Analysts play crucial roles in supporting these prospecting strategies. A CRM system acts as a central repository for customer data, enabling organizations to track leads, manage interactions, and segment potential customers based on various criteria.</a:t>
            </a:r>
          </a:p>
        </p:txBody>
      </p:sp>
      <p:pic>
        <p:nvPicPr>
          <p:cNvPr id="7170" name="Picture 2" descr="The CRM Analyst's Playbook: Winning Strategies and Pitfalls to Avoid">
            <a:extLst>
              <a:ext uri="{FF2B5EF4-FFF2-40B4-BE49-F238E27FC236}">
                <a16:creationId xmlns:a16="http://schemas.microsoft.com/office/drawing/2014/main" id="{9110BBE4-9171-0A88-FE99-5970DA09BF69}"/>
              </a:ext>
            </a:extLst>
          </p:cNvPr>
          <p:cNvPicPr>
            <a:picLocks noGrp="1" noChangeAspect="1" noChangeArrowheads="1"/>
          </p:cNvPicPr>
          <p:nvPr>
            <p:ph sz="quarter" idx="12"/>
          </p:nvPr>
        </p:nvPicPr>
        <p:blipFill>
          <a:blip r:embed="rId2">
            <a:extLst>
              <a:ext uri="{28A0092B-C50C-407E-A947-70E740481C1C}">
                <a14:useLocalDpi xmlns:a14="http://schemas.microsoft.com/office/drawing/2010/main" val="0"/>
              </a:ext>
            </a:extLst>
          </a:blip>
          <a:stretch>
            <a:fillRect/>
          </a:stretch>
        </p:blipFill>
        <p:spPr bwMode="auto">
          <a:xfrm>
            <a:off x="6457239" y="737115"/>
            <a:ext cx="4312155" cy="5407091"/>
          </a:xfrm>
          <a:prstGeom prst="rect">
            <a:avLst/>
          </a:prstGeom>
          <a:solidFill>
            <a:srgbClr val="FFFFFF"/>
          </a:solidFill>
          <a:extLst>
            <a:ext uri="{909E8E84-426E-40DD-AFC4-6F175D3DCCD1}">
              <a14:hiddenFill xmlns:a14="http://schemas.microsoft.com/office/drawing/2010/main">
                <a:solidFill>
                  <a:srgbClr val="FFFFFF"/>
                </a:solidFill>
              </a14:hiddenFill>
            </a:ext>
          </a:extLst>
        </p:spPr>
      </p:pic>
      <p:sp>
        <p:nvSpPr>
          <p:cNvPr id="2" name="Slide Number Placeholder 1">
            <a:extLst>
              <a:ext uri="{FF2B5EF4-FFF2-40B4-BE49-F238E27FC236}">
                <a16:creationId xmlns:a16="http://schemas.microsoft.com/office/drawing/2014/main" id="{C1D94129-1999-7159-E6E3-7D6C478655BD}"/>
              </a:ext>
            </a:extLst>
          </p:cNvPr>
          <p:cNvSpPr>
            <a:spLocks noGrp="1"/>
          </p:cNvSpPr>
          <p:nvPr>
            <p:ph type="sldNum" sz="quarter" idx="15"/>
          </p:nvPr>
        </p:nvSpPr>
        <p:spPr>
          <a:xfrm>
            <a:off x="412136" y="5943601"/>
            <a:ext cx="968983" cy="651912"/>
          </a:xfrm>
        </p:spPr>
        <p:txBody>
          <a:bodyPr anchor="ctr">
            <a:normAutofit/>
          </a:bodyPr>
          <a:lstStyle/>
          <a:p>
            <a:pPr>
              <a:spcAft>
                <a:spcPts val="600"/>
              </a:spcAft>
            </a:pPr>
            <a:fld id="{18D65601-5AE2-46FC-B138-694DDD2B510D}" type="slidenum">
              <a:rPr lang="en-US" smtClean="0"/>
              <a:pPr>
                <a:spcAft>
                  <a:spcPts val="600"/>
                </a:spcAft>
              </a:pPr>
              <a:t>8</a:t>
            </a:fld>
            <a:endParaRPr lang="en-US"/>
          </a:p>
        </p:txBody>
      </p:sp>
    </p:spTree>
    <p:extLst>
      <p:ext uri="{BB962C8B-B14F-4D97-AF65-F5344CB8AC3E}">
        <p14:creationId xmlns:p14="http://schemas.microsoft.com/office/powerpoint/2010/main" val="822506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059FD0C-3CC0-6307-C5F3-CCBE0B14A19F}"/>
              </a:ext>
            </a:extLst>
          </p:cNvPr>
          <p:cNvSpPr>
            <a:spLocks noGrp="1"/>
          </p:cNvSpPr>
          <p:nvPr>
            <p:ph type="title"/>
          </p:nvPr>
        </p:nvSpPr>
        <p:spPr>
          <a:xfrm>
            <a:off x="1455583" y="737115"/>
            <a:ext cx="4640418" cy="5407091"/>
          </a:xfrm>
        </p:spPr>
        <p:txBody>
          <a:bodyPr anchor="ctr">
            <a:normAutofit/>
          </a:bodyPr>
          <a:lstStyle/>
          <a:p>
            <a:r>
              <a:rPr lang="en-US">
                <a:effectLst/>
              </a:rPr>
              <a:t>Business Analysts can leverage CRM data to analyze customer behavior, identify trends, and develop targeted marketing campaigns. </a:t>
            </a:r>
            <a:endParaRPr lang="en-US" dirty="0"/>
          </a:p>
        </p:txBody>
      </p:sp>
      <p:pic>
        <p:nvPicPr>
          <p:cNvPr id="8194" name="Picture 2" descr="What Is a Marketing Campaign, and How Can It Help You Reach Your Goals?">
            <a:extLst>
              <a:ext uri="{FF2B5EF4-FFF2-40B4-BE49-F238E27FC236}">
                <a16:creationId xmlns:a16="http://schemas.microsoft.com/office/drawing/2014/main" id="{A62405AB-B23B-C306-D289-B66A364A9BC3}"/>
              </a:ext>
            </a:extLst>
          </p:cNvPr>
          <p:cNvPicPr>
            <a:picLocks noGrp="1" noChangeAspect="1" noChangeArrowheads="1"/>
          </p:cNvPicPr>
          <p:nvPr>
            <p:ph sz="quarter" idx="12"/>
          </p:nvPr>
        </p:nvPicPr>
        <p:blipFill>
          <a:blip r:embed="rId2">
            <a:extLst>
              <a:ext uri="{28A0092B-C50C-407E-A947-70E740481C1C}">
                <a14:useLocalDpi xmlns:a14="http://schemas.microsoft.com/office/drawing/2010/main" val="0"/>
              </a:ext>
            </a:extLst>
          </a:blip>
          <a:srcRect l="28990" r="24721" b="2"/>
          <a:stretch/>
        </p:blipFill>
        <p:spPr bwMode="auto">
          <a:xfrm>
            <a:off x="6388461" y="737115"/>
            <a:ext cx="4449712" cy="5407091"/>
          </a:xfrm>
          <a:prstGeom prst="rect">
            <a:avLst/>
          </a:prstGeom>
          <a:solidFill>
            <a:srgbClr val="FFFFFF"/>
          </a:solidFill>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71592F51-55CE-19DC-B632-AD19560BA9D1}"/>
              </a:ext>
            </a:extLst>
          </p:cNvPr>
          <p:cNvSpPr>
            <a:spLocks noGrp="1"/>
          </p:cNvSpPr>
          <p:nvPr>
            <p:ph type="sldNum" sz="quarter" idx="15"/>
          </p:nvPr>
        </p:nvSpPr>
        <p:spPr>
          <a:xfrm>
            <a:off x="412136" y="5943601"/>
            <a:ext cx="968983" cy="651912"/>
          </a:xfrm>
        </p:spPr>
        <p:txBody>
          <a:bodyPr anchor="ctr">
            <a:normAutofit/>
          </a:bodyPr>
          <a:lstStyle/>
          <a:p>
            <a:pPr>
              <a:spcAft>
                <a:spcPts val="600"/>
              </a:spcAft>
            </a:pPr>
            <a:fld id="{18D65601-5AE2-46FC-B138-694DDD2B510D}" type="slidenum">
              <a:rPr lang="en-US" smtClean="0"/>
              <a:pPr>
                <a:spcAft>
                  <a:spcPts val="600"/>
                </a:spcAft>
              </a:pPr>
              <a:t>9</a:t>
            </a:fld>
            <a:endParaRPr lang="en-US"/>
          </a:p>
        </p:txBody>
      </p:sp>
    </p:spTree>
    <p:extLst>
      <p:ext uri="{BB962C8B-B14F-4D97-AF65-F5344CB8AC3E}">
        <p14:creationId xmlns:p14="http://schemas.microsoft.com/office/powerpoint/2010/main" val="22245466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9F0E1748-5A63-CCAD-65B2-FB5DB78846F2}"/>
              </a:ext>
            </a:extLst>
          </p:cNvPr>
          <p:cNvSpPr>
            <a:spLocks noGrp="1"/>
          </p:cNvSpPr>
          <p:nvPr>
            <p:ph type="title"/>
          </p:nvPr>
        </p:nvSpPr>
        <p:spPr>
          <a:xfrm>
            <a:off x="1455583" y="737115"/>
            <a:ext cx="4640418" cy="5407091"/>
          </a:xfrm>
        </p:spPr>
        <p:txBody>
          <a:bodyPr anchor="ctr">
            <a:normAutofit/>
          </a:bodyPr>
          <a:lstStyle/>
          <a:p>
            <a:r>
              <a:rPr lang="en-US">
                <a:effectLst/>
              </a:rPr>
              <a:t>Analysis can then inform targeted content creation or sales strategies. </a:t>
            </a:r>
            <a:endParaRPr lang="en-US" dirty="0"/>
          </a:p>
        </p:txBody>
      </p:sp>
      <p:pic>
        <p:nvPicPr>
          <p:cNvPr id="9218" name="Picture 2" descr="Six Steps To Build A Reliable System For Content Creation">
            <a:extLst>
              <a:ext uri="{FF2B5EF4-FFF2-40B4-BE49-F238E27FC236}">
                <a16:creationId xmlns:a16="http://schemas.microsoft.com/office/drawing/2014/main" id="{F89ABAF8-9D9F-87F2-B998-9C07C51314D5}"/>
              </a:ext>
            </a:extLst>
          </p:cNvPr>
          <p:cNvPicPr>
            <a:picLocks noGrp="1" noChangeAspect="1" noChangeArrowheads="1"/>
          </p:cNvPicPr>
          <p:nvPr>
            <p:ph sz="quarter" idx="12"/>
          </p:nvPr>
        </p:nvPicPr>
        <p:blipFill>
          <a:blip r:embed="rId2">
            <a:extLst>
              <a:ext uri="{28A0092B-C50C-407E-A947-70E740481C1C}">
                <a14:useLocalDpi xmlns:a14="http://schemas.microsoft.com/office/drawing/2010/main" val="0"/>
              </a:ext>
            </a:extLst>
          </a:blip>
          <a:srcRect l="34030" r="11038" b="-1"/>
          <a:stretch/>
        </p:blipFill>
        <p:spPr bwMode="auto">
          <a:xfrm>
            <a:off x="6388461" y="737115"/>
            <a:ext cx="4449712" cy="5407091"/>
          </a:xfrm>
          <a:prstGeom prst="rect">
            <a:avLst/>
          </a:prstGeom>
          <a:solidFill>
            <a:srgbClr val="FFFFFF"/>
          </a:solidFill>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D9D6A759-37B6-1E14-BD05-D652BEECEA33}"/>
              </a:ext>
            </a:extLst>
          </p:cNvPr>
          <p:cNvSpPr>
            <a:spLocks noGrp="1"/>
          </p:cNvSpPr>
          <p:nvPr>
            <p:ph type="sldNum" sz="quarter" idx="15"/>
          </p:nvPr>
        </p:nvSpPr>
        <p:spPr>
          <a:xfrm>
            <a:off x="412136" y="5943601"/>
            <a:ext cx="968983" cy="651912"/>
          </a:xfrm>
        </p:spPr>
        <p:txBody>
          <a:bodyPr anchor="ctr">
            <a:normAutofit/>
          </a:bodyPr>
          <a:lstStyle/>
          <a:p>
            <a:pPr>
              <a:spcAft>
                <a:spcPts val="600"/>
              </a:spcAft>
            </a:pPr>
            <a:fld id="{18D65601-5AE2-46FC-B138-694DDD2B510D}" type="slidenum">
              <a:rPr lang="en-US" smtClean="0"/>
              <a:pPr>
                <a:spcAft>
                  <a:spcPts val="600"/>
                </a:spcAft>
              </a:pPr>
              <a:t>10</a:t>
            </a:fld>
            <a:endParaRPr lang="en-US"/>
          </a:p>
        </p:txBody>
      </p:sp>
    </p:spTree>
    <p:extLst>
      <p:ext uri="{BB962C8B-B14F-4D97-AF65-F5344CB8AC3E}">
        <p14:creationId xmlns:p14="http://schemas.microsoft.com/office/powerpoint/2010/main" val="9521353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444EDC2-BFBF-920F-CB70-9AF732466054}"/>
              </a:ext>
            </a:extLst>
          </p:cNvPr>
          <p:cNvSpPr>
            <a:spLocks noGrp="1"/>
          </p:cNvSpPr>
          <p:nvPr>
            <p:ph type="sldNum" sz="quarter" idx="15"/>
          </p:nvPr>
        </p:nvSpPr>
        <p:spPr/>
        <p:txBody>
          <a:bodyPr/>
          <a:lstStyle/>
          <a:p>
            <a:fld id="{18D65601-5AE2-46FC-B138-694DDD2B510D}" type="slidenum">
              <a:rPr lang="en-US" smtClean="0"/>
              <a:pPr/>
              <a:t>11</a:t>
            </a:fld>
            <a:endParaRPr lang="en-US" dirty="0"/>
          </a:p>
        </p:txBody>
      </p:sp>
      <p:sp>
        <p:nvSpPr>
          <p:cNvPr id="6" name="Table Placeholder 5">
            <a:extLst>
              <a:ext uri="{FF2B5EF4-FFF2-40B4-BE49-F238E27FC236}">
                <a16:creationId xmlns:a16="http://schemas.microsoft.com/office/drawing/2014/main" id="{A0922F2D-5E16-98DC-DF5F-1B2A2C618BEB}"/>
              </a:ext>
            </a:extLst>
          </p:cNvPr>
          <p:cNvSpPr>
            <a:spLocks noGrp="1"/>
          </p:cNvSpPr>
          <p:nvPr>
            <p:ph type="tbl" sz="quarter" idx="10"/>
          </p:nvPr>
        </p:nvSpPr>
        <p:spPr>
          <a:xfrm>
            <a:off x="1487488" y="762000"/>
            <a:ext cx="3971203" cy="5181600"/>
          </a:xfrm>
        </p:spPr>
        <p:txBody>
          <a:bodyPr>
            <a:normAutofit/>
          </a:bodyPr>
          <a:lstStyle/>
          <a:p>
            <a:r>
              <a:rPr lang="en-US" sz="2800" dirty="0">
                <a:effectLst/>
                <a:latin typeface="Calibri" panose="020F0502020204030204" pitchFamily="34" charset="0"/>
                <a:ea typeface="Calibri" panose="020F0502020204030204" pitchFamily="34" charset="0"/>
                <a:cs typeface="Times New Roman" panose="02020603050405020304" pitchFamily="18" charset="0"/>
              </a:rPr>
              <a:t>Also, CRMs can automate tasks such as lead scoring and email follow-ups, freeing up sales teams to focus on building relationships with potential customers. </a:t>
            </a:r>
            <a:endParaRPr lang="en-US" sz="2800" dirty="0"/>
          </a:p>
        </p:txBody>
      </p:sp>
      <p:pic>
        <p:nvPicPr>
          <p:cNvPr id="10244" name="Picture 4" descr="What is the Difference Between Workflow and Task Automation?">
            <a:extLst>
              <a:ext uri="{FF2B5EF4-FFF2-40B4-BE49-F238E27FC236}">
                <a16:creationId xmlns:a16="http://schemas.microsoft.com/office/drawing/2014/main" id="{CA980436-5BCD-8EE8-FC82-7F19A19B2EB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28665" y="609600"/>
            <a:ext cx="6171248" cy="5562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690237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1CFFBF-230A-0F88-8669-21DA3FB55E3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A7EC36A-A7C5-9224-6D78-1B9C48F7702A}"/>
              </a:ext>
            </a:extLst>
          </p:cNvPr>
          <p:cNvSpPr>
            <a:spLocks noGrp="1"/>
          </p:cNvSpPr>
          <p:nvPr>
            <p:ph type="sldNum" sz="quarter" idx="15"/>
          </p:nvPr>
        </p:nvSpPr>
        <p:spPr/>
        <p:txBody>
          <a:bodyPr/>
          <a:lstStyle/>
          <a:p>
            <a:fld id="{18D65601-5AE2-46FC-B138-694DDD2B510D}" type="slidenum">
              <a:rPr lang="en-US" smtClean="0"/>
              <a:pPr/>
              <a:t>12</a:t>
            </a:fld>
            <a:endParaRPr lang="en-US" dirty="0"/>
          </a:p>
        </p:txBody>
      </p:sp>
      <p:sp>
        <p:nvSpPr>
          <p:cNvPr id="6" name="Table Placeholder 5">
            <a:extLst>
              <a:ext uri="{FF2B5EF4-FFF2-40B4-BE49-F238E27FC236}">
                <a16:creationId xmlns:a16="http://schemas.microsoft.com/office/drawing/2014/main" id="{E38F38D7-0AAE-A385-ACF1-A79ABA6D4ABD}"/>
              </a:ext>
            </a:extLst>
          </p:cNvPr>
          <p:cNvSpPr>
            <a:spLocks noGrp="1"/>
          </p:cNvSpPr>
          <p:nvPr>
            <p:ph type="tbl" sz="quarter" idx="10"/>
          </p:nvPr>
        </p:nvSpPr>
        <p:spPr>
          <a:xfrm>
            <a:off x="1487488" y="762000"/>
            <a:ext cx="3971203" cy="5181600"/>
          </a:xfrm>
        </p:spPr>
        <p:txBody>
          <a:bodyPr>
            <a:normAutofit/>
          </a:bodyPr>
          <a:lstStyle/>
          <a:p>
            <a:pPr marL="0" marR="0" indent="0" algn="just">
              <a:buNone/>
            </a:pPr>
            <a:r>
              <a:rPr lang="en-US" sz="2800" dirty="0">
                <a:effectLst/>
                <a:latin typeface="Calibri" panose="020F0502020204030204" pitchFamily="34" charset="0"/>
                <a:ea typeface="Calibri" panose="020F0502020204030204" pitchFamily="34" charset="0"/>
                <a:cs typeface="Times New Roman" panose="02020603050405020304" pitchFamily="18" charset="0"/>
              </a:rPr>
              <a:t>By integrating CRM data with other business systems, Business Analysts can provide valuable insights into customer acquisition costs and the effectiveness of different prospecting strategies, ultimately contributing to more efficient and successful customer acquisition efforts.   </a:t>
            </a:r>
          </a:p>
        </p:txBody>
      </p:sp>
      <p:pic>
        <p:nvPicPr>
          <p:cNvPr id="11266" name="Picture 2" descr="CRM Integration: What Is It and Why It's So Important">
            <a:extLst>
              <a:ext uri="{FF2B5EF4-FFF2-40B4-BE49-F238E27FC236}">
                <a16:creationId xmlns:a16="http://schemas.microsoft.com/office/drawing/2014/main" id="{E254064C-6361-ECAD-280A-1CDB7E05DDF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65060" y="762000"/>
            <a:ext cx="6626940" cy="50707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776131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101732C-7338-DBA0-BD19-1FA88304749F}"/>
              </a:ext>
            </a:extLst>
          </p:cNvPr>
          <p:cNvSpPr>
            <a:spLocks noGrp="1"/>
          </p:cNvSpPr>
          <p:nvPr>
            <p:ph type="title"/>
          </p:nvPr>
        </p:nvSpPr>
        <p:spPr>
          <a:xfrm>
            <a:off x="1317614" y="690511"/>
            <a:ext cx="4964671" cy="5253089"/>
          </a:xfrm>
        </p:spPr>
        <p:txBody>
          <a:bodyPr/>
          <a:lstStyle/>
          <a:p>
            <a:r>
              <a:rPr lang="en-US" dirty="0"/>
              <a:t>Thank</a:t>
            </a:r>
            <a:br>
              <a:rPr lang="en-US" dirty="0"/>
            </a:br>
            <a:r>
              <a:rPr lang="en-US" dirty="0"/>
              <a:t>you</a:t>
            </a:r>
          </a:p>
        </p:txBody>
      </p:sp>
      <p:sp>
        <p:nvSpPr>
          <p:cNvPr id="2" name="Content Placeholder 1">
            <a:extLst>
              <a:ext uri="{FF2B5EF4-FFF2-40B4-BE49-F238E27FC236}">
                <a16:creationId xmlns:a16="http://schemas.microsoft.com/office/drawing/2014/main" id="{70ECFE66-A9E7-A365-967B-2FD670CB3923}"/>
              </a:ext>
            </a:extLst>
          </p:cNvPr>
          <p:cNvSpPr>
            <a:spLocks noGrp="1"/>
          </p:cNvSpPr>
          <p:nvPr>
            <p:ph sz="quarter" idx="10"/>
          </p:nvPr>
        </p:nvSpPr>
        <p:spPr>
          <a:xfrm>
            <a:off x="6282286" y="690465"/>
            <a:ext cx="4784372" cy="5253089"/>
          </a:xfrm>
        </p:spPr>
        <p:txBody>
          <a:bodyPr/>
          <a:lstStyle/>
          <a:p>
            <a:r>
              <a:rPr lang="en-US" dirty="0"/>
              <a:t>Gordon Elliott Williams</a:t>
            </a:r>
          </a:p>
          <a:p>
            <a:r>
              <a:rPr lang="en-US" dirty="0"/>
              <a:t>BIA540-30 </a:t>
            </a:r>
          </a:p>
          <a:p>
            <a:r>
              <a:rPr lang="en-US" dirty="0"/>
              <a:t>Customer Relationship Management</a:t>
            </a:r>
          </a:p>
          <a:p>
            <a:r>
              <a:rPr lang="en-US" dirty="0"/>
              <a:t>Unit 2 Discussion</a:t>
            </a:r>
          </a:p>
          <a:p>
            <a:r>
              <a:rPr lang="en-US" dirty="0"/>
              <a:t>Dr. M. Saxton</a:t>
            </a:r>
          </a:p>
        </p:txBody>
      </p:sp>
    </p:spTree>
    <p:extLst>
      <p:ext uri="{BB962C8B-B14F-4D97-AF65-F5344CB8AC3E}">
        <p14:creationId xmlns:p14="http://schemas.microsoft.com/office/powerpoint/2010/main" val="704370842"/>
      </p:ext>
    </p:extLst>
  </p:cSld>
  <p:clrMapOvr>
    <a:masterClrMapping/>
  </p:clrMapOvr>
</p:sld>
</file>

<file path=ppt/theme/theme1.xml><?xml version="1.0" encoding="utf-8"?>
<a:theme xmlns:a="http://schemas.openxmlformats.org/drawingml/2006/main" name="Custom">
  <a:themeElements>
    <a:clrScheme name="Custom 23">
      <a:dk1>
        <a:sysClr val="windowText" lastClr="000000"/>
      </a:dk1>
      <a:lt1>
        <a:sysClr val="window" lastClr="FFFFFF"/>
      </a:lt1>
      <a:dk2>
        <a:srgbClr val="44546A"/>
      </a:dk2>
      <a:lt2>
        <a:srgbClr val="E7E6E6"/>
      </a:lt2>
      <a:accent1>
        <a:srgbClr val="58696B"/>
      </a:accent1>
      <a:accent2>
        <a:srgbClr val="95B8BF"/>
      </a:accent2>
      <a:accent3>
        <a:srgbClr val="BFD4D9"/>
      </a:accent3>
      <a:accent4>
        <a:srgbClr val="5B4839"/>
      </a:accent4>
      <a:accent5>
        <a:srgbClr val="C3A398"/>
      </a:accent5>
      <a:accent6>
        <a:srgbClr val="CA553E"/>
      </a:accent6>
      <a:hlink>
        <a:srgbClr val="0563C1"/>
      </a:hlink>
      <a:folHlink>
        <a:srgbClr val="954F72"/>
      </a:folHlink>
    </a:clrScheme>
    <a:fontScheme name="Custom 30">
      <a:majorFont>
        <a:latin typeface="Tisa Offc Serif Pro"/>
        <a:ea typeface=""/>
        <a:cs typeface=""/>
      </a:majorFont>
      <a:minorFont>
        <a:latin typeface="Univers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a:solidFill>
            <a:schemeClr val="accent5">
              <a:lumMod val="20000"/>
              <a:lumOff val="80000"/>
            </a:schemeClr>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TM78544816_Win32_SL_V10" id="{8934A6D9-B969-498F-A646-4B502FD69C4E}" vid="{AA78C1C8-456D-41A9-83FC-BC8B9A8EE3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FDB7358-0BCB-4DEB-B717-C1D7CC555F05}">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6DE3707C-8CAB-4302-B7E1-D32E1543E05C}">
  <ds:schemaRefs>
    <ds:schemaRef ds:uri="http://schemas.microsoft.com/sharepoint/v3/contenttype/forms"/>
  </ds:schemaRefs>
</ds:datastoreItem>
</file>

<file path=customXml/itemProps3.xml><?xml version="1.0" encoding="utf-8"?>
<ds:datastoreItem xmlns:ds="http://schemas.openxmlformats.org/officeDocument/2006/customXml" ds:itemID="{B69E9DE5-EFFE-4262-A023-32732F0B666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{20566823-522B-41E3-9BE2-204820DF38DF}tf78544816_win32</Template>
  <TotalTime>23</TotalTime>
  <Words>321</Words>
  <Application>Microsoft Office PowerPoint</Application>
  <PresentationFormat>Widescreen</PresentationFormat>
  <Paragraphs>29</Paragraphs>
  <Slides>13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Arial</vt:lpstr>
      <vt:lpstr>Calibri</vt:lpstr>
      <vt:lpstr>inherit</vt:lpstr>
      <vt:lpstr>Open Sans</vt:lpstr>
      <vt:lpstr>Tisa Offc Serif Pro</vt:lpstr>
      <vt:lpstr>Univers Light</vt:lpstr>
      <vt:lpstr>Custom</vt:lpstr>
      <vt:lpstr>Strategies for Customer Acquisition and Retention    Unit 2 Discussion</vt:lpstr>
      <vt:lpstr>PowerPoint Presentation</vt:lpstr>
      <vt:lpstr>One common approach is content marketing, where valuable and relevant content, such as blog posts, videos, and webinars, is created to attract potential customers to their website or social media platforms. </vt:lpstr>
      <vt:lpstr>Another strategy is targeted advertising, using online platforms like Google Ads or social media advertising to reach specific demographics or industries.</vt:lpstr>
      <vt:lpstr>PowerPoint Presentation</vt:lpstr>
      <vt:lpstr>Networking and referrals are also powerful tools, leveraging existing relationships to generate new leads. </vt:lpstr>
      <vt:lpstr>Additionally, organizations may offer free trials or demos to entice potential customers to experience their products or services firsthand.   </vt:lpstr>
      <vt:lpstr>CRMs and Business Analysts play crucial roles in supporting these prospecting strategies. A CRM system acts as a central repository for customer data, enabling organizations to track leads, manage interactions, and segment potential customers based on various criteria.</vt:lpstr>
      <vt:lpstr>Business Analysts can leverage CRM data to analyze customer behavior, identify trends, and develop targeted marketing campaigns. </vt:lpstr>
      <vt:lpstr>Analysis can then inform targeted content creation or sales strategies. </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Gordon Williams</dc:creator>
  <cp:lastModifiedBy>Gordon Williams</cp:lastModifiedBy>
  <cp:revision>1</cp:revision>
  <dcterms:created xsi:type="dcterms:W3CDTF">2025-03-13T03:28:15Z</dcterms:created>
  <dcterms:modified xsi:type="dcterms:W3CDTF">2025-03-13T03:51:57Z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