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8665-C192-478D-B403-BA3AA453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88B2C-0807-4B2D-8F9C-9C178ED18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CC201-F30B-4F91-9376-35C91DE5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A8E8E-C651-4B18-9481-D58DF0BC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F4358-9E3C-4548-87C7-CDD0F0C5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7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8EAC-FB7A-4F66-9609-B62194BA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06342-D224-4606-9642-9CF26824B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5CE81-BF1E-4184-B368-2F5DCD74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CF793-45D4-463B-87AC-0A5AECE5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39193-8111-4E05-829D-CB1877EA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9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F09F2-5CEC-4F94-AD2A-61FD7141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5363E-C088-479F-9D54-A25B34B1D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66688-2A27-48C3-9484-932AD5DB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0A20A-AF96-47B3-8A58-1EB4B74D9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890E-1FA1-4F36-A2BD-A91398F0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7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FEDC-E46B-4573-8E86-C8C7EDDF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5EF79-CB7F-4E8C-87C0-928854A33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1A526-10C0-41A8-86C6-D9DCEA709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AEF0F-1F28-4C1B-BC64-4FF00BB0F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21EE4-8C21-4FD3-A9D1-468E9A96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A8E78-A359-47F9-A300-6A75CEC4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0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2E72-F3A6-43ED-BCB8-0454426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9705-BA43-4265-8588-987CAAD22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5BA10-282A-4686-B6BE-3F7B5E643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2875F-C57E-4734-A7DA-780AF0522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5C803-FE34-4CCD-A08C-76D44C595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043F4-1AA5-4D51-899E-D867A622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284B7B-F27A-4228-AF2F-849A248A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7FEDE-39C6-442C-9FEE-C8F00601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2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72C3-BC39-4187-90F5-5EEC9C37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1BBD8-1C03-49D8-9ACF-7B3795AF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2ABD7-9219-47A9-9406-8D6C646E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9306D-5DFE-4854-BE23-2BA41246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62B952-0E7E-4BEB-BDED-D9B2BA10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02561-124E-4150-B799-815ED11E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6081B-122C-44DF-8A65-AB4A6688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8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6AD0-5191-460A-83AF-44409D8D1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7F3FD-C8F0-4F79-898A-E8EB0625A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92CBF-219C-4CEE-9B87-D3011E024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9A5EF-DCB7-47AD-8D26-3CF8385C0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A60E2-A6CD-45E5-B4B1-EA2BF545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55F13-B681-4170-8F9C-664696A4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95A1-5E87-4DA6-8AFD-349576F7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56D657-095B-4065-9AED-240A9F45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4F15B-01C4-4377-A2EA-CA3B66775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B99DA-5305-42BC-87AC-21FE0A19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7754A-7D86-4F85-BA7A-274FCEF3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306FD-0ABA-4D41-BEE6-97EE95E5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0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149C-BCD9-4DE2-B53E-C36E4BA4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CE21E-2B84-4387-8CAD-657E8278B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DB99C-F8AF-4990-B96B-3AA3B167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C792-A99B-4A61-A82D-F639EB3C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7794E-1610-4FD2-97CE-4D0B06C1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9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49848-910B-4C57-B58F-4DBF7E490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A424A-726F-43EE-ACBF-1793B45AE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62AB2-F224-40B4-BD35-D71B28D4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89578-B27D-4392-A0A1-E2C08489D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63037-BA43-46DE-BFC0-9A1D44FA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0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B2FA8-62F5-4A40-8861-C1C4EB16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F5587-8AF8-4BF3-B52A-720DCEAC9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DA3EA-4B09-4AAA-A301-F8D9C8B08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21F60-1159-4A41-B3C7-92C8C6F9CBFC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1660-CD43-4795-9513-437EBA400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83D2-3318-4E33-8AB2-7CC24D4C8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F731F-08CD-426E-9175-7A39AE2C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9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Elliott Williams</dc:creator>
  <cp:lastModifiedBy>Gordon Elliott Williams</cp:lastModifiedBy>
  <cp:revision>1</cp:revision>
  <dcterms:created xsi:type="dcterms:W3CDTF">2021-07-10T21:30:12Z</dcterms:created>
  <dcterms:modified xsi:type="dcterms:W3CDTF">2021-07-10T21:31:10Z</dcterms:modified>
</cp:coreProperties>
</file>